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42"/>
  </p:notesMasterIdLst>
  <p:handoutMasterIdLst>
    <p:handoutMasterId r:id="rId4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5" r:id="rId33"/>
    <p:sldId id="286" r:id="rId34"/>
    <p:sldId id="284" r:id="rId35"/>
    <p:sldId id="288" r:id="rId36"/>
    <p:sldId id="289" r:id="rId37"/>
    <p:sldId id="290" r:id="rId38"/>
    <p:sldId id="291" r:id="rId39"/>
    <p:sldId id="295" r:id="rId40"/>
    <p:sldId id="294" r:id="rId41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77" d="100"/>
          <a:sy n="77" d="100"/>
        </p:scale>
        <p:origin x="6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1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379FFB6-878B-4D89-A9F1-908C5F95EE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2E99EC-6DAC-40C4-9CB0-839F706897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BDA83-60F2-4E0C-99F1-3B198C71DA2A}" type="datetimeFigureOut">
              <a:rPr lang="ru-RU" smtClean="0"/>
              <a:t>26.02.2026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36B973-D323-4241-8653-DEF1D8539A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A8A117-4B44-48FF-836C-74493A3812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6BC633-CCA9-47F5-BCED-A56AA433DC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7140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E1020-F5BA-43CF-AAA9-C04B3B12EF98}" type="datetimeFigureOut">
              <a:rPr lang="ru-RU" smtClean="0"/>
              <a:t>26.02.2026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73D1A-6084-4304-99B6-284B940079F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364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3175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 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5C8F0DE-DCFB-4354-8112-588B45C19F1A}" type="datetime1">
              <a:rPr lang="ru-RU" smtClean="0"/>
              <a:t>26.02.2026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 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87B0E0-754C-4477-80CA-88F8319B7DB8}" type="datetime1">
              <a:rPr lang="ru-RU" smtClean="0"/>
              <a:t>26.02.2026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317EAC1-6C84-442C-8E88-63BE1308B9AD}" type="datetime1">
              <a:rPr lang="ru-RU" smtClean="0"/>
              <a:t>26.02.2026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 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Дата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B404C7-1C11-4173-AE97-ACE1CDB1DA83}" type="datetime1">
              <a:rPr lang="ru-RU" smtClean="0"/>
              <a:t>26.02.2026</a:t>
            </a:fld>
            <a:endParaRPr lang="ru-RU" dirty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 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 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 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Дата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A08C9A-F61E-410C-8D06-F83B63A4711B}" type="datetime1">
              <a:rPr lang="ru-RU" smtClean="0"/>
              <a:t>26.02.2026</a:t>
            </a:fld>
            <a:endParaRPr lang="ru-RU" dirty="0"/>
          </a:p>
        </p:txBody>
      </p:sp>
      <p:sp>
        <p:nvSpPr>
          <p:cNvPr id="8" name="Нижний колонтитул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D3CD88-AC87-4FC1-8AA2-0F05556AC852}" type="datetime1">
              <a:rPr lang="ru-RU" smtClean="0"/>
              <a:t>26.02.2026</a:t>
            </a:fld>
            <a:endParaRPr lang="ru-RU" dirty="0"/>
          </a:p>
        </p:txBody>
      </p:sp>
      <p:sp>
        <p:nvSpPr>
          <p:cNvPr id="4" name="Нижний колонтитул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оугольник 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B0009C-43A7-442E-9A53-3E5FB03870F2}" type="datetime1">
              <a:rPr lang="ru-RU" smtClean="0"/>
              <a:t>26.02.2026</a:t>
            </a:fld>
            <a:endParaRPr lang="ru-RU" dirty="0"/>
          </a:p>
        </p:txBody>
      </p:sp>
      <p:sp>
        <p:nvSpPr>
          <p:cNvPr id="3" name="Нижний колонтитул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 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9AADAC3-179B-49AA-A8D7-B2E70D0E899B}" type="datetime1">
              <a:rPr lang="ru-RU" smtClean="0"/>
              <a:t>26.02.2026</a:t>
            </a:fld>
            <a:endParaRPr lang="ru-RU" dirty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Щелкните значок, чтобы добавить изображение</a:t>
            </a:r>
            <a:endParaRPr lang="ru-RU" dirty="0"/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E95E6D-EE8A-4AB4-A6E4-CDAE9E775FB7}" type="datetime1">
              <a:rPr lang="ru-RU" smtClean="0"/>
              <a:t>26.02.2026</a:t>
            </a:fld>
            <a:endParaRPr lang="ru-RU" dirty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B28829-F9CE-4A60-BAD2-B30F1BE4EFBD}" type="datetime1">
              <a:rPr lang="ru-RU" smtClean="0"/>
              <a:t>26.02.2026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 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7638BE5-3B62-4C03-A438-E1216F2C074B}" type="datetime1">
              <a:rPr lang="ru-RU" smtClean="0"/>
              <a:t>26.02.2026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85DD959-E34E-4321-8E46-EA4484D707DA}" type="datetime1">
              <a:rPr lang="ru-RU" smtClean="0"/>
              <a:t>26.02.2026</a:t>
            </a:fld>
            <a:endParaRPr lang="ru-RU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10" name="Прямоугольник 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Прямоугольник 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pic>
        <p:nvPicPr>
          <p:cNvPr id="7" name="Рисунок 6" descr="Цифровые подключения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Группа 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Прямоугольник 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Прямоугольник 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Прямоугольник 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ru-RU" sz="4400" dirty="0">
                <a:solidFill>
                  <a:schemeClr val="bg1"/>
                </a:solidFill>
              </a:rPr>
              <a:t>Арифметическое кодирование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ru-RU" dirty="0">
                <a:solidFill>
                  <a:srgbClr val="7CEBFF"/>
                </a:solidFill>
              </a:rPr>
              <a:t>или почему математику не обманешь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F42A5-85FA-D508-8E00-111B604F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Немного теории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9236F-993D-E78C-0EEE-11370F892EA0}"/>
              </a:ext>
            </a:extLst>
          </p:cNvPr>
          <p:cNvSpPr txBox="1"/>
          <p:nvPr/>
        </p:nvSpPr>
        <p:spPr>
          <a:xfrm>
            <a:off x="581192" y="1922106"/>
            <a:ext cx="3860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0xFE 0xB3 0x23 0xA6  0x…</a:t>
            </a:r>
            <a:endParaRPr lang="ru-RU" sz="2400" dirty="0"/>
          </a:p>
        </p:txBody>
      </p:sp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B5F2403C-A51E-AA75-F960-CF1AB1AC96D9}"/>
              </a:ext>
            </a:extLst>
          </p:cNvPr>
          <p:cNvSpPr/>
          <p:nvPr/>
        </p:nvSpPr>
        <p:spPr>
          <a:xfrm>
            <a:off x="5515738" y="1989650"/>
            <a:ext cx="1020147" cy="326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B0641-7177-7CF9-6F4D-A4F27FD50604}"/>
              </a:ext>
            </a:extLst>
          </p:cNvPr>
          <p:cNvSpPr txBox="1"/>
          <p:nvPr/>
        </p:nvSpPr>
        <p:spPr>
          <a:xfrm>
            <a:off x="7610253" y="1922104"/>
            <a:ext cx="3860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3524522389</a:t>
            </a:r>
            <a:endParaRPr lang="ru-RU" sz="240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20F68A4-E3B2-6BC4-620F-B1AB06E6A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04" y="2887831"/>
            <a:ext cx="2060927" cy="108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E2F570E3-2676-85B8-58E9-C2C406D1E8CD}"/>
              </a:ext>
            </a:extLst>
          </p:cNvPr>
          <p:cNvSpPr/>
          <p:nvPr/>
        </p:nvSpPr>
        <p:spPr>
          <a:xfrm>
            <a:off x="5515737" y="3333825"/>
            <a:ext cx="1020147" cy="326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4815C5-DCB9-7E93-086C-2BBFEB50B42E}"/>
              </a:ext>
            </a:extLst>
          </p:cNvPr>
          <p:cNvSpPr txBox="1"/>
          <p:nvPr/>
        </p:nvSpPr>
        <p:spPr>
          <a:xfrm>
            <a:off x="7610252" y="3198166"/>
            <a:ext cx="3860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652390751255</a:t>
            </a:r>
            <a:endParaRPr lang="ru-RU" sz="2400" dirty="0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1730A25D-4D78-6E19-9DBF-3C03BF7F8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067" y="2983067"/>
            <a:ext cx="1048930" cy="1048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8456E5C9-BB48-A377-B205-DB10242472C9}"/>
              </a:ext>
            </a:extLst>
          </p:cNvPr>
          <p:cNvGrpSpPr/>
          <p:nvPr/>
        </p:nvGrpSpPr>
        <p:grpSpPr>
          <a:xfrm>
            <a:off x="2397238" y="5296350"/>
            <a:ext cx="7397486" cy="791615"/>
            <a:chOff x="3430972" y="5203192"/>
            <a:chExt cx="5347804" cy="572276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99F8C67E-9C13-F163-EBDA-EE7BDA47F6AB}"/>
                </a:ext>
              </a:extLst>
            </p:cNvPr>
            <p:cNvCxnSpPr/>
            <p:nvPr/>
          </p:nvCxnSpPr>
          <p:spPr>
            <a:xfrm>
              <a:off x="3544077" y="5633954"/>
              <a:ext cx="5103845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429571EC-2131-BE8D-0A91-98DBB2C59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5027" y="5492440"/>
              <a:ext cx="0" cy="28302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4C7B2A59-7933-1FB6-77E8-973477258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65673" y="5492440"/>
              <a:ext cx="0" cy="28302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2E788E2-3238-9849-495A-B277D0E5F75C}"/>
                </a:ext>
              </a:extLst>
            </p:cNvPr>
            <p:cNvSpPr txBox="1"/>
            <p:nvPr/>
          </p:nvSpPr>
          <p:spPr>
            <a:xfrm>
              <a:off x="3430972" y="5233843"/>
              <a:ext cx="226207" cy="289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443D4FD-1B67-AE91-81A0-965F0FAA5E75}"/>
                </a:ext>
              </a:extLst>
            </p:cNvPr>
            <p:cNvSpPr txBox="1"/>
            <p:nvPr/>
          </p:nvSpPr>
          <p:spPr>
            <a:xfrm>
              <a:off x="8552569" y="5203192"/>
              <a:ext cx="226207" cy="289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5646F147-8756-E3A9-022E-F9DA541950CF}"/>
                </a:ext>
              </a:extLst>
            </p:cNvPr>
            <p:cNvSpPr/>
            <p:nvPr/>
          </p:nvSpPr>
          <p:spPr>
            <a:xfrm>
              <a:off x="5766815" y="5545109"/>
              <a:ext cx="177689" cy="177689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218DDB9-7F40-2C3A-6A07-8336BF6A8CA3}"/>
                </a:ext>
              </a:extLst>
            </p:cNvPr>
            <p:cNvSpPr txBox="1"/>
            <p:nvPr/>
          </p:nvSpPr>
          <p:spPr>
            <a:xfrm>
              <a:off x="5729078" y="5295873"/>
              <a:ext cx="257496" cy="289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A</a:t>
              </a:r>
              <a:endParaRPr lang="ru-RU" sz="200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428F763-CE2B-4E3E-CDF6-0668AACF6C09}"/>
              </a:ext>
            </a:extLst>
          </p:cNvPr>
          <p:cNvSpPr txBox="1"/>
          <p:nvPr/>
        </p:nvSpPr>
        <p:spPr>
          <a:xfrm>
            <a:off x="4856900" y="6082658"/>
            <a:ext cx="203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[0, 1)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7044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781EF-EEE9-1CB9-0207-0E06FBA3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как это работает? 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1CD092D0-D9EC-F46F-E2D9-3AADCDAD412F}"/>
              </a:ext>
            </a:extLst>
          </p:cNvPr>
          <p:cNvGrpSpPr/>
          <p:nvPr/>
        </p:nvGrpSpPr>
        <p:grpSpPr>
          <a:xfrm>
            <a:off x="405688" y="1889001"/>
            <a:ext cx="5453553" cy="683137"/>
            <a:chOff x="405688" y="1889001"/>
            <a:chExt cx="5453553" cy="683137"/>
          </a:xfrm>
        </p:grpSpPr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812526EA-0606-F245-142F-3D3A0C9DF76E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5" name="Прямая соединительная линия 4">
                <a:extLst>
                  <a:ext uri="{FF2B5EF4-FFF2-40B4-BE49-F238E27FC236}">
                    <a16:creationId xmlns:a16="http://schemas.microsoft.com/office/drawing/2014/main" id="{B7EBDD8A-7F6A-F095-6482-0AB7490DF445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Прямая соединительная линия 5">
                <a:extLst>
                  <a:ext uri="{FF2B5EF4-FFF2-40B4-BE49-F238E27FC236}">
                    <a16:creationId xmlns:a16="http://schemas.microsoft.com/office/drawing/2014/main" id="{6C7A676F-00DF-6A58-1900-58F586701E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69192A43-CF8E-CD4B-DD04-B075BFCDA9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4136A2-2966-2565-01FE-F5F8D914209F}"/>
                </a:ext>
              </a:extLst>
            </p:cNvPr>
            <p:cNvSpPr txBox="1"/>
            <p:nvPr/>
          </p:nvSpPr>
          <p:spPr>
            <a:xfrm>
              <a:off x="405688" y="1955871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4CD38F-65E4-07C6-183D-2E1F7B6621F3}"/>
                </a:ext>
              </a:extLst>
            </p:cNvPr>
            <p:cNvSpPr txBox="1"/>
            <p:nvPr/>
          </p:nvSpPr>
          <p:spPr>
            <a:xfrm>
              <a:off x="5546334" y="1889001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790DA60-439D-51C7-3E8A-5DC6E2E19C0C}"/>
              </a:ext>
            </a:extLst>
          </p:cNvPr>
          <p:cNvSpPr txBox="1"/>
          <p:nvPr/>
        </p:nvSpPr>
        <p:spPr>
          <a:xfrm>
            <a:off x="2115869" y="2505269"/>
            <a:ext cx="203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[0, 1)</a:t>
            </a:r>
            <a:endParaRPr lang="ru-RU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4161C-4B63-B790-1F3B-D0E8C1FA127A}"/>
              </a:ext>
            </a:extLst>
          </p:cNvPr>
          <p:cNvSpPr txBox="1"/>
          <p:nvPr/>
        </p:nvSpPr>
        <p:spPr>
          <a:xfrm>
            <a:off x="8649126" y="2027500"/>
            <a:ext cx="248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ПЕППЕРОНИ</a:t>
            </a:r>
            <a:endParaRPr lang="ru-RU" sz="2400" b="1" dirty="0"/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C30B9B73-5177-6F59-81C3-05721C71C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212728"/>
              </p:ext>
            </p:extLst>
          </p:nvPr>
        </p:nvGraphicFramePr>
        <p:xfrm>
          <a:off x="6431902" y="2862264"/>
          <a:ext cx="5641910" cy="360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957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1510671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1356717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1661565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Символ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Частота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Префиксная частота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3E878A35-E8D1-0560-1082-E62A2E2F01C0}"/>
              </a:ext>
            </a:extLst>
          </p:cNvPr>
          <p:cNvGrpSpPr/>
          <p:nvPr/>
        </p:nvGrpSpPr>
        <p:grpSpPr>
          <a:xfrm>
            <a:off x="405688" y="4427376"/>
            <a:ext cx="5453553" cy="683137"/>
            <a:chOff x="405688" y="1889001"/>
            <a:chExt cx="5453553" cy="683137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5A63B9F5-A422-0392-81BF-0DDDC074E559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C7A8917-4C23-CE49-F80D-3B3686B59F81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BFC86ABE-304F-D1FD-6971-115E462660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9904545A-4E70-66C5-2A15-69ACC6FACF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45C6F5-7D42-D89C-8913-9BA73CFCD91A}"/>
                </a:ext>
              </a:extLst>
            </p:cNvPr>
            <p:cNvSpPr txBox="1"/>
            <p:nvPr/>
          </p:nvSpPr>
          <p:spPr>
            <a:xfrm>
              <a:off x="405688" y="1955871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9CF46A-F669-8421-FA45-101260348C52}"/>
                </a:ext>
              </a:extLst>
            </p:cNvPr>
            <p:cNvSpPr txBox="1"/>
            <p:nvPr/>
          </p:nvSpPr>
          <p:spPr>
            <a:xfrm>
              <a:off x="5546334" y="1889001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sp>
        <p:nvSpPr>
          <p:cNvPr id="23" name="Овал 22">
            <a:extLst>
              <a:ext uri="{FF2B5EF4-FFF2-40B4-BE49-F238E27FC236}">
                <a16:creationId xmlns:a16="http://schemas.microsoft.com/office/drawing/2014/main" id="{8E5AB86C-8D8D-E5AE-F461-90EA169FA605}"/>
              </a:ext>
            </a:extLst>
          </p:cNvPr>
          <p:cNvSpPr/>
          <p:nvPr/>
        </p:nvSpPr>
        <p:spPr>
          <a:xfrm>
            <a:off x="1809653" y="4892063"/>
            <a:ext cx="153872" cy="153872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E5E0DE-ED8D-9373-B645-88C345ABE3DF}"/>
              </a:ext>
            </a:extLst>
          </p:cNvPr>
          <p:cNvSpPr txBox="1"/>
          <p:nvPr/>
        </p:nvSpPr>
        <p:spPr>
          <a:xfrm>
            <a:off x="1637963" y="4530421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0.3</a:t>
            </a:r>
            <a:endParaRPr lang="ru-RU" sz="2000" dirty="0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4A3EA3F-0A7B-7096-B80C-1C5AC3DBCEC7}"/>
              </a:ext>
            </a:extLst>
          </p:cNvPr>
          <p:cNvSpPr/>
          <p:nvPr/>
        </p:nvSpPr>
        <p:spPr>
          <a:xfrm>
            <a:off x="2933306" y="4892063"/>
            <a:ext cx="153872" cy="153872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AA8FCC-7EF8-56FA-BC31-327E1A5B4376}"/>
              </a:ext>
            </a:extLst>
          </p:cNvPr>
          <p:cNvSpPr txBox="1"/>
          <p:nvPr/>
        </p:nvSpPr>
        <p:spPr>
          <a:xfrm>
            <a:off x="2761616" y="4530421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0.5</a:t>
            </a:r>
            <a:endParaRPr lang="ru-RU" sz="2000" dirty="0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94693B2-9995-0605-2419-7CBDF66EEB44}"/>
              </a:ext>
            </a:extLst>
          </p:cNvPr>
          <p:cNvSpPr/>
          <p:nvPr/>
        </p:nvSpPr>
        <p:spPr>
          <a:xfrm>
            <a:off x="3582903" y="4892063"/>
            <a:ext cx="153872" cy="153872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7E2C76-4E0C-FC6B-45F9-405B466A6BF4}"/>
              </a:ext>
            </a:extLst>
          </p:cNvPr>
          <p:cNvSpPr txBox="1"/>
          <p:nvPr/>
        </p:nvSpPr>
        <p:spPr>
          <a:xfrm>
            <a:off x="3411213" y="4530421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0.6</a:t>
            </a:r>
            <a:endParaRPr lang="ru-RU" sz="2000" dirty="0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4F9DA98D-B1B2-8126-124E-C2E150C6FF2F}"/>
              </a:ext>
            </a:extLst>
          </p:cNvPr>
          <p:cNvSpPr/>
          <p:nvPr/>
        </p:nvSpPr>
        <p:spPr>
          <a:xfrm>
            <a:off x="4117859" y="4908520"/>
            <a:ext cx="153872" cy="153872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80B80F-93C6-8170-2597-476E2070E44B}"/>
              </a:ext>
            </a:extLst>
          </p:cNvPr>
          <p:cNvSpPr txBox="1"/>
          <p:nvPr/>
        </p:nvSpPr>
        <p:spPr>
          <a:xfrm>
            <a:off x="3946169" y="4546878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0.7</a:t>
            </a:r>
            <a:endParaRPr lang="ru-RU" sz="2000" dirty="0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32D2DF17-BA3B-805D-66B1-DCFA6A2CA2B7}"/>
              </a:ext>
            </a:extLst>
          </p:cNvPr>
          <p:cNvSpPr/>
          <p:nvPr/>
        </p:nvSpPr>
        <p:spPr>
          <a:xfrm>
            <a:off x="4632446" y="4892063"/>
            <a:ext cx="153872" cy="153872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D0D1F3-219E-502A-F777-56052E083943}"/>
              </a:ext>
            </a:extLst>
          </p:cNvPr>
          <p:cNvSpPr txBox="1"/>
          <p:nvPr/>
        </p:nvSpPr>
        <p:spPr>
          <a:xfrm>
            <a:off x="4460756" y="4530421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0.8</a:t>
            </a:r>
            <a:endParaRPr lang="ru-RU" sz="2000" dirty="0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C7EE4E8-21B9-608E-50DC-2E382F616A47}"/>
              </a:ext>
            </a:extLst>
          </p:cNvPr>
          <p:cNvSpPr/>
          <p:nvPr/>
        </p:nvSpPr>
        <p:spPr>
          <a:xfrm>
            <a:off x="5129698" y="4892063"/>
            <a:ext cx="153872" cy="153872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D710D6-73CA-381B-9FAD-C00D73F8DA41}"/>
              </a:ext>
            </a:extLst>
          </p:cNvPr>
          <p:cNvSpPr txBox="1"/>
          <p:nvPr/>
        </p:nvSpPr>
        <p:spPr>
          <a:xfrm>
            <a:off x="4958008" y="4530421"/>
            <a:ext cx="497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0.9</a:t>
            </a:r>
            <a:endParaRPr lang="ru-RU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FF28E4-DAA6-26A1-47B6-3A65A9C9A23D}"/>
              </a:ext>
            </a:extLst>
          </p:cNvPr>
          <p:cNvSpPr txBox="1"/>
          <p:nvPr/>
        </p:nvSpPr>
        <p:spPr>
          <a:xfrm>
            <a:off x="995511" y="4968999"/>
            <a:ext cx="354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BC0A57-64C0-4C54-BD5C-1141AD40FF18}"/>
              </a:ext>
            </a:extLst>
          </p:cNvPr>
          <p:cNvSpPr txBox="1"/>
          <p:nvPr/>
        </p:nvSpPr>
        <p:spPr>
          <a:xfrm>
            <a:off x="2269114" y="497057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896ECB-6F9E-3CF4-8CDD-A9D83830B35F}"/>
              </a:ext>
            </a:extLst>
          </p:cNvPr>
          <p:cNvSpPr txBox="1"/>
          <p:nvPr/>
        </p:nvSpPr>
        <p:spPr>
          <a:xfrm>
            <a:off x="3168624" y="4970576"/>
            <a:ext cx="330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49710B-3D2F-EFAF-A7BB-813B0E0DF95C}"/>
              </a:ext>
            </a:extLst>
          </p:cNvPr>
          <p:cNvSpPr txBox="1"/>
          <p:nvPr/>
        </p:nvSpPr>
        <p:spPr>
          <a:xfrm>
            <a:off x="3769653" y="4970576"/>
            <a:ext cx="372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40348D-DBD8-E966-B823-D43D52A0EBFD}"/>
              </a:ext>
            </a:extLst>
          </p:cNvPr>
          <p:cNvSpPr txBox="1"/>
          <p:nvPr/>
        </p:nvSpPr>
        <p:spPr>
          <a:xfrm>
            <a:off x="4293056" y="4970576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45516F-C811-31DD-5749-37063C1DA804}"/>
              </a:ext>
            </a:extLst>
          </p:cNvPr>
          <p:cNvSpPr txBox="1"/>
          <p:nvPr/>
        </p:nvSpPr>
        <p:spPr>
          <a:xfrm>
            <a:off x="4787639" y="4970576"/>
            <a:ext cx="362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AB5650-2364-705E-9BD9-08F4FC876A49}"/>
              </a:ext>
            </a:extLst>
          </p:cNvPr>
          <p:cNvSpPr txBox="1"/>
          <p:nvPr/>
        </p:nvSpPr>
        <p:spPr>
          <a:xfrm>
            <a:off x="5283428" y="4998977"/>
            <a:ext cx="385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482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CEA74-91B2-F8DC-ED12-60C2807B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encoding time!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ACC66-09C6-BC28-69D0-E998B286091E}"/>
              </a:ext>
            </a:extLst>
          </p:cNvPr>
          <p:cNvSpPr txBox="1"/>
          <p:nvPr/>
        </p:nvSpPr>
        <p:spPr>
          <a:xfrm>
            <a:off x="9345818" y="2076910"/>
            <a:ext cx="248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ПЕППЕРОНИ</a:t>
            </a:r>
            <a:endParaRPr lang="ru-RU" sz="2400" b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9EC07EC-96B9-7497-7BE2-D15548631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172988"/>
              </p:ext>
            </p:extLst>
          </p:nvPr>
        </p:nvGraphicFramePr>
        <p:xfrm>
          <a:off x="8907626" y="2862264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FBD7756E-0F29-FA31-8062-50230B55FAF5}"/>
              </a:ext>
            </a:extLst>
          </p:cNvPr>
          <p:cNvGrpSpPr/>
          <p:nvPr/>
        </p:nvGrpSpPr>
        <p:grpSpPr>
          <a:xfrm>
            <a:off x="363893" y="2109730"/>
            <a:ext cx="8052319" cy="789493"/>
            <a:chOff x="405688" y="2037442"/>
            <a:chExt cx="5453553" cy="53469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6BBE576B-0B4D-D448-0D07-6129126FD72B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804A38CE-B557-99D7-E377-261469DF079B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6031BEB-925D-1CA6-5162-511E1E5CFF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4871B95D-C19F-EF13-F2F1-368D764C75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0E1CE9-1D04-4CDA-2D12-1D5E1059632B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FAFDB5-6BE9-F9E0-4D73-0B26090394C1}"/>
                </a:ext>
              </a:extLst>
            </p:cNvPr>
            <p:cNvSpPr txBox="1"/>
            <p:nvPr/>
          </p:nvSpPr>
          <p:spPr>
            <a:xfrm>
              <a:off x="5546334" y="2037442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6A26C6D6-91D3-783E-8C6F-95F5B206A387}"/>
              </a:ext>
            </a:extLst>
          </p:cNvPr>
          <p:cNvGrpSpPr/>
          <p:nvPr/>
        </p:nvGrpSpPr>
        <p:grpSpPr>
          <a:xfrm>
            <a:off x="3727858" y="2194252"/>
            <a:ext cx="734206" cy="588839"/>
            <a:chOff x="1596168" y="1993597"/>
            <a:chExt cx="734206" cy="588839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DBA0626-AB53-661A-B39E-092D81503FE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F0D0BC-C437-A83B-099D-BD8426C5E4B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0.5</a:t>
              </a:r>
              <a:endParaRPr lang="ru-RU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346A7B6-1C8A-E433-07F5-92E9F2D22C8E}"/>
              </a:ext>
            </a:extLst>
          </p:cNvPr>
          <p:cNvSpPr txBox="1"/>
          <p:nvPr/>
        </p:nvSpPr>
        <p:spPr>
          <a:xfrm>
            <a:off x="1317323" y="2702083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A86D71-E5D6-EBB2-3B0F-807D5998E396}"/>
              </a:ext>
            </a:extLst>
          </p:cNvPr>
          <p:cNvSpPr txBox="1"/>
          <p:nvPr/>
        </p:nvSpPr>
        <p:spPr>
          <a:xfrm>
            <a:off x="3135893" y="2716265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F6A489-1E6F-F7EE-FDED-60856C4AEE0A}"/>
              </a:ext>
            </a:extLst>
          </p:cNvPr>
          <p:cNvSpPr txBox="1"/>
          <p:nvPr/>
        </p:nvSpPr>
        <p:spPr>
          <a:xfrm>
            <a:off x="4273605" y="2754890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70D511-F266-3F33-3517-FB017984510A}"/>
              </a:ext>
            </a:extLst>
          </p:cNvPr>
          <p:cNvSpPr txBox="1"/>
          <p:nvPr/>
        </p:nvSpPr>
        <p:spPr>
          <a:xfrm>
            <a:off x="5090622" y="2757387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6E8481-1769-713E-B178-5C393A4CCDB0}"/>
              </a:ext>
            </a:extLst>
          </p:cNvPr>
          <p:cNvSpPr txBox="1"/>
          <p:nvPr/>
        </p:nvSpPr>
        <p:spPr>
          <a:xfrm>
            <a:off x="5929680" y="2754890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0CF2EC-53FE-7FD7-2A51-295DD83F72DD}"/>
              </a:ext>
            </a:extLst>
          </p:cNvPr>
          <p:cNvSpPr txBox="1"/>
          <p:nvPr/>
        </p:nvSpPr>
        <p:spPr>
          <a:xfrm>
            <a:off x="6701047" y="2757752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00E372-ADDF-9BDC-7D07-52F152CBF224}"/>
              </a:ext>
            </a:extLst>
          </p:cNvPr>
          <p:cNvSpPr txBox="1"/>
          <p:nvPr/>
        </p:nvSpPr>
        <p:spPr>
          <a:xfrm>
            <a:off x="7508257" y="2773761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ADD4D3F9-1A99-ECFA-85EA-E5DBD00680E5}"/>
              </a:ext>
            </a:extLst>
          </p:cNvPr>
          <p:cNvGrpSpPr/>
          <p:nvPr/>
        </p:nvGrpSpPr>
        <p:grpSpPr>
          <a:xfrm>
            <a:off x="2341164" y="2194252"/>
            <a:ext cx="734206" cy="588839"/>
            <a:chOff x="1596168" y="1993597"/>
            <a:chExt cx="734206" cy="588839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2CB6FFF8-6F8A-CDFE-1AB9-328C6180374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CE467A7-48D9-0419-A4E4-A79AC018FDF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D17F2415-8BC1-F46D-FD43-41DB64B5D083}"/>
              </a:ext>
            </a:extLst>
          </p:cNvPr>
          <p:cNvGrpSpPr/>
          <p:nvPr/>
        </p:nvGrpSpPr>
        <p:grpSpPr>
          <a:xfrm>
            <a:off x="4613657" y="2184922"/>
            <a:ext cx="734206" cy="588839"/>
            <a:chOff x="1596168" y="1993597"/>
            <a:chExt cx="734206" cy="588839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EF1FFF33-5241-C364-0B82-C7F6579C7F0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2A8C64B-30FA-E0C1-D5E1-02C855EA8290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0.6</a:t>
              </a:r>
              <a:endParaRPr lang="ru-RU" sz="2000" dirty="0"/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4ACB0E1F-6842-4063-85FB-F5E22936BB9B}"/>
              </a:ext>
            </a:extLst>
          </p:cNvPr>
          <p:cNvGrpSpPr/>
          <p:nvPr/>
        </p:nvGrpSpPr>
        <p:grpSpPr>
          <a:xfrm>
            <a:off x="5418037" y="2194252"/>
            <a:ext cx="734206" cy="588839"/>
            <a:chOff x="1596168" y="1993597"/>
            <a:chExt cx="734206" cy="588839"/>
          </a:xfrm>
        </p:grpSpPr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A8D0523D-4B0C-B468-8958-AB70AB85125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7F2C2EB-3EDB-9ED2-1222-410E16CFA5E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0.7</a:t>
              </a:r>
              <a:endParaRPr lang="ru-RU" sz="2000" dirty="0"/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EEDE74DE-3D4E-AAF9-B232-A36EF0644C62}"/>
              </a:ext>
            </a:extLst>
          </p:cNvPr>
          <p:cNvGrpSpPr/>
          <p:nvPr/>
        </p:nvGrpSpPr>
        <p:grpSpPr>
          <a:xfrm>
            <a:off x="6205959" y="2194252"/>
            <a:ext cx="734206" cy="588839"/>
            <a:chOff x="1596168" y="1993597"/>
            <a:chExt cx="734206" cy="588839"/>
          </a:xfrm>
        </p:grpSpPr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34AB7F24-61F4-C778-0790-515AC0FFFE4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97A9EBF-641E-0131-8FE6-BF4EE6EC405E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0.8</a:t>
              </a:r>
              <a:endParaRPr lang="ru-RU" sz="2000" dirty="0"/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160217FB-ABCC-063E-74BC-88BBFDE60A40}"/>
              </a:ext>
            </a:extLst>
          </p:cNvPr>
          <p:cNvGrpSpPr/>
          <p:nvPr/>
        </p:nvGrpSpPr>
        <p:grpSpPr>
          <a:xfrm>
            <a:off x="7020951" y="2194252"/>
            <a:ext cx="734206" cy="588839"/>
            <a:chOff x="1596168" y="1993597"/>
            <a:chExt cx="734206" cy="588839"/>
          </a:xfrm>
        </p:grpSpPr>
        <p:sp>
          <p:nvSpPr>
            <p:cNvPr id="47" name="Овал 46">
              <a:extLst>
                <a:ext uri="{FF2B5EF4-FFF2-40B4-BE49-F238E27FC236}">
                  <a16:creationId xmlns:a16="http://schemas.microsoft.com/office/drawing/2014/main" id="{FF078778-3CE5-034B-E32D-9C4A51CAB96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50C1212-1ED8-2C8F-4AF6-04D5878A2E7B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0.9</a:t>
              </a:r>
              <a:endParaRPr lang="ru-RU" sz="2000" dirty="0"/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F460F886-124F-CB2A-CD13-BBEB7BC9CE52}"/>
              </a:ext>
            </a:extLst>
          </p:cNvPr>
          <p:cNvGrpSpPr/>
          <p:nvPr/>
        </p:nvGrpSpPr>
        <p:grpSpPr>
          <a:xfrm>
            <a:off x="363893" y="3469539"/>
            <a:ext cx="8069938" cy="789493"/>
            <a:chOff x="405688" y="2037442"/>
            <a:chExt cx="5465485" cy="534696"/>
          </a:xfrm>
        </p:grpSpPr>
        <p:grpSp>
          <p:nvGrpSpPr>
            <p:cNvPr id="50" name="Группа 49">
              <a:extLst>
                <a:ext uri="{FF2B5EF4-FFF2-40B4-BE49-F238E27FC236}">
                  <a16:creationId xmlns:a16="http://schemas.microsoft.com/office/drawing/2014/main" id="{0D2D35A7-817D-F262-8820-D7F7D8FE9F0D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53" name="Прямая соединительная линия 52">
                <a:extLst>
                  <a:ext uri="{FF2B5EF4-FFF2-40B4-BE49-F238E27FC236}">
                    <a16:creationId xmlns:a16="http://schemas.microsoft.com/office/drawing/2014/main" id="{F2953FD9-F7E8-5B0E-1B78-F5FC83CDEDE7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>
                <a:extLst>
                  <a:ext uri="{FF2B5EF4-FFF2-40B4-BE49-F238E27FC236}">
                    <a16:creationId xmlns:a16="http://schemas.microsoft.com/office/drawing/2014/main" id="{28024159-6CFB-543F-E775-FBA489AE96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Прямая соединительная линия 54">
                <a:extLst>
                  <a:ext uri="{FF2B5EF4-FFF2-40B4-BE49-F238E27FC236}">
                    <a16:creationId xmlns:a16="http://schemas.microsoft.com/office/drawing/2014/main" id="{386A4AC6-ACD8-7ADF-0211-26BA335BB4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76FEEDB-4455-387F-0CED-EF5A1D2B31DC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25DC3F1-3754-EC39-2576-AFB17E734B1A}"/>
                </a:ext>
              </a:extLst>
            </p:cNvPr>
            <p:cNvSpPr txBox="1"/>
            <p:nvPr/>
          </p:nvSpPr>
          <p:spPr>
            <a:xfrm>
              <a:off x="5534402" y="2037442"/>
              <a:ext cx="336771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E64BE9FE-076F-ACA8-E623-6E3A04DA447B}"/>
              </a:ext>
            </a:extLst>
          </p:cNvPr>
          <p:cNvGrpSpPr/>
          <p:nvPr/>
        </p:nvGrpSpPr>
        <p:grpSpPr>
          <a:xfrm>
            <a:off x="3727858" y="3554061"/>
            <a:ext cx="734206" cy="588839"/>
            <a:chOff x="1596168" y="1993597"/>
            <a:chExt cx="734206" cy="588839"/>
          </a:xfrm>
        </p:grpSpPr>
        <p:sp>
          <p:nvSpPr>
            <p:cNvPr id="57" name="Овал 56">
              <a:extLst>
                <a:ext uri="{FF2B5EF4-FFF2-40B4-BE49-F238E27FC236}">
                  <a16:creationId xmlns:a16="http://schemas.microsoft.com/office/drawing/2014/main" id="{E61D98F3-0005-B79C-95D0-1AA3CC5CA37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6960FA4-7B63-254A-CF44-F6B0E8C4991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0.15</a:t>
              </a:r>
              <a:endParaRPr lang="ru-RU" sz="2000" dirty="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912B2B6-5CE2-947C-3738-53CAE144D067}"/>
              </a:ext>
            </a:extLst>
          </p:cNvPr>
          <p:cNvSpPr txBox="1"/>
          <p:nvPr/>
        </p:nvSpPr>
        <p:spPr>
          <a:xfrm>
            <a:off x="1317323" y="4061892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72CF74-C0C6-5D09-7E65-0B89D52038E9}"/>
              </a:ext>
            </a:extLst>
          </p:cNvPr>
          <p:cNvSpPr txBox="1"/>
          <p:nvPr/>
        </p:nvSpPr>
        <p:spPr>
          <a:xfrm>
            <a:off x="3135893" y="4076074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516017-C6E6-DF1C-0D3E-AAAED6131502}"/>
              </a:ext>
            </a:extLst>
          </p:cNvPr>
          <p:cNvSpPr txBox="1"/>
          <p:nvPr/>
        </p:nvSpPr>
        <p:spPr>
          <a:xfrm>
            <a:off x="4273605" y="4114699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98BD28-BAE5-9D9E-B13B-7AAB25F8B2D1}"/>
              </a:ext>
            </a:extLst>
          </p:cNvPr>
          <p:cNvSpPr txBox="1"/>
          <p:nvPr/>
        </p:nvSpPr>
        <p:spPr>
          <a:xfrm>
            <a:off x="5090622" y="4117196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4814A7-AEE2-6534-D497-E711EE47C1BD}"/>
              </a:ext>
            </a:extLst>
          </p:cNvPr>
          <p:cNvSpPr txBox="1"/>
          <p:nvPr/>
        </p:nvSpPr>
        <p:spPr>
          <a:xfrm>
            <a:off x="5929680" y="4114699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9623CB-F4E6-BA2E-AAD1-871B3C15B489}"/>
              </a:ext>
            </a:extLst>
          </p:cNvPr>
          <p:cNvSpPr txBox="1"/>
          <p:nvPr/>
        </p:nvSpPr>
        <p:spPr>
          <a:xfrm>
            <a:off x="6701047" y="4117561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C1ADEF-4242-012D-D4FC-5749D3D811EC}"/>
              </a:ext>
            </a:extLst>
          </p:cNvPr>
          <p:cNvSpPr txBox="1"/>
          <p:nvPr/>
        </p:nvSpPr>
        <p:spPr>
          <a:xfrm>
            <a:off x="7508257" y="4133570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21AE3FE7-3334-B7C6-0EB3-51A49E8097E2}"/>
              </a:ext>
            </a:extLst>
          </p:cNvPr>
          <p:cNvGrpSpPr/>
          <p:nvPr/>
        </p:nvGrpSpPr>
        <p:grpSpPr>
          <a:xfrm>
            <a:off x="2341164" y="3554061"/>
            <a:ext cx="734206" cy="588839"/>
            <a:chOff x="1596168" y="1993597"/>
            <a:chExt cx="734206" cy="588839"/>
          </a:xfrm>
        </p:grpSpPr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5190433F-EBA6-F10C-70B1-F221C88B15A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3CFE281-FBF9-5444-B7AA-506F49B3189B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433BCF6C-505D-393F-DDCE-5A7DF2BBC0E0}"/>
              </a:ext>
            </a:extLst>
          </p:cNvPr>
          <p:cNvGrpSpPr/>
          <p:nvPr/>
        </p:nvGrpSpPr>
        <p:grpSpPr>
          <a:xfrm>
            <a:off x="4613657" y="3544731"/>
            <a:ext cx="734206" cy="588839"/>
            <a:chOff x="1596168" y="1993597"/>
            <a:chExt cx="734206" cy="588839"/>
          </a:xfrm>
        </p:grpSpPr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AA067E24-24C0-2365-E255-B1A6F1E2961A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0A08D87-5B1C-CAD1-588F-782CDD85992D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0.18</a:t>
              </a:r>
              <a:endParaRPr lang="ru-RU" sz="2000" dirty="0"/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F4D594BD-26A9-1D22-35CC-79CBC6AFF560}"/>
              </a:ext>
            </a:extLst>
          </p:cNvPr>
          <p:cNvGrpSpPr/>
          <p:nvPr/>
        </p:nvGrpSpPr>
        <p:grpSpPr>
          <a:xfrm>
            <a:off x="5418037" y="3554061"/>
            <a:ext cx="734206" cy="588839"/>
            <a:chOff x="1596168" y="1993597"/>
            <a:chExt cx="734206" cy="588839"/>
          </a:xfrm>
        </p:grpSpPr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id="{0B875BAA-3ECC-BD31-5EE7-49DCEB18135A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99D87EB-E09A-3982-6379-6BEE7BE05BF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0.21</a:t>
              </a:r>
              <a:endParaRPr lang="ru-RU" sz="2000" dirty="0"/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80ED199E-A700-1B3F-1892-0295BA1FACC5}"/>
              </a:ext>
            </a:extLst>
          </p:cNvPr>
          <p:cNvGrpSpPr/>
          <p:nvPr/>
        </p:nvGrpSpPr>
        <p:grpSpPr>
          <a:xfrm>
            <a:off x="6205959" y="3554061"/>
            <a:ext cx="734206" cy="588839"/>
            <a:chOff x="1596168" y="1993597"/>
            <a:chExt cx="734206" cy="588839"/>
          </a:xfrm>
        </p:grpSpPr>
        <p:sp>
          <p:nvSpPr>
            <p:cNvPr id="76" name="Овал 75">
              <a:extLst>
                <a:ext uri="{FF2B5EF4-FFF2-40B4-BE49-F238E27FC236}">
                  <a16:creationId xmlns:a16="http://schemas.microsoft.com/office/drawing/2014/main" id="{135AC4C4-5782-D2EE-6D60-3DE896C6A21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2F5EDEF-7B2E-C4DF-07CC-8E076261E13C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0.24</a:t>
              </a:r>
              <a:endParaRPr lang="ru-RU" sz="2000" dirty="0"/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F940AA64-8C6F-E510-A665-EDC0AAA85F3B}"/>
              </a:ext>
            </a:extLst>
          </p:cNvPr>
          <p:cNvGrpSpPr/>
          <p:nvPr/>
        </p:nvGrpSpPr>
        <p:grpSpPr>
          <a:xfrm>
            <a:off x="7020951" y="3554061"/>
            <a:ext cx="734206" cy="588839"/>
            <a:chOff x="1596168" y="1993597"/>
            <a:chExt cx="734206" cy="588839"/>
          </a:xfrm>
        </p:grpSpPr>
        <p:sp>
          <p:nvSpPr>
            <p:cNvPr id="79" name="Овал 78">
              <a:extLst>
                <a:ext uri="{FF2B5EF4-FFF2-40B4-BE49-F238E27FC236}">
                  <a16:creationId xmlns:a16="http://schemas.microsoft.com/office/drawing/2014/main" id="{FE66709A-0622-F563-E249-672A4115568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054E461-5A3C-4AED-0C28-3343F4416A80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0.27</a:t>
              </a:r>
              <a:endParaRPr lang="ru-RU" sz="2000" dirty="0"/>
            </a:p>
          </p:txBody>
        </p:sp>
      </p:grpSp>
      <p:sp>
        <p:nvSpPr>
          <p:cNvPr id="32" name="Стрелка: вниз 31">
            <a:extLst>
              <a:ext uri="{FF2B5EF4-FFF2-40B4-BE49-F238E27FC236}">
                <a16:creationId xmlns:a16="http://schemas.microsoft.com/office/drawing/2014/main" id="{00CCBC13-C590-56EB-7576-FB7C4AAF6998}"/>
              </a:ext>
            </a:extLst>
          </p:cNvPr>
          <p:cNvSpPr/>
          <p:nvPr/>
        </p:nvSpPr>
        <p:spPr>
          <a:xfrm>
            <a:off x="9601200" y="1911395"/>
            <a:ext cx="121920" cy="273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03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59" grpId="0"/>
      <p:bldP spid="60" grpId="0"/>
      <p:bldP spid="61" grpId="0"/>
      <p:bldP spid="62" grpId="0"/>
      <p:bldP spid="63" grpId="0"/>
      <p:bldP spid="64" grpId="0"/>
      <p:bldP spid="6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CEA74-91B2-F8DC-ED12-60C2807B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encoding time!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ACC66-09C6-BC28-69D0-E998B286091E}"/>
              </a:ext>
            </a:extLst>
          </p:cNvPr>
          <p:cNvSpPr txBox="1"/>
          <p:nvPr/>
        </p:nvSpPr>
        <p:spPr>
          <a:xfrm>
            <a:off x="9345818" y="2076910"/>
            <a:ext cx="248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ПЕППЕРОНИ</a:t>
            </a:r>
            <a:endParaRPr lang="ru-RU" sz="2400" b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9EC07EC-96B9-7497-7BE2-D15548631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872168"/>
              </p:ext>
            </p:extLst>
          </p:nvPr>
        </p:nvGraphicFramePr>
        <p:xfrm>
          <a:off x="8907626" y="2862264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FBD7756E-0F29-FA31-8062-50230B55FAF5}"/>
              </a:ext>
            </a:extLst>
          </p:cNvPr>
          <p:cNvGrpSpPr/>
          <p:nvPr/>
        </p:nvGrpSpPr>
        <p:grpSpPr>
          <a:xfrm>
            <a:off x="363893" y="2109730"/>
            <a:ext cx="8052319" cy="789493"/>
            <a:chOff x="405688" y="2037442"/>
            <a:chExt cx="5453553" cy="53469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6BBE576B-0B4D-D448-0D07-6129126FD72B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804A38CE-B557-99D7-E377-261469DF079B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6031BEB-925D-1CA6-5162-511E1E5CFF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4871B95D-C19F-EF13-F2F1-368D764C75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0E1CE9-1D04-4CDA-2D12-1D5E1059632B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FAFDB5-6BE9-F9E0-4D73-0B26090394C1}"/>
                </a:ext>
              </a:extLst>
            </p:cNvPr>
            <p:cNvSpPr txBox="1"/>
            <p:nvPr/>
          </p:nvSpPr>
          <p:spPr>
            <a:xfrm>
              <a:off x="5546334" y="2037442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6A26C6D6-91D3-783E-8C6F-95F5B206A387}"/>
              </a:ext>
            </a:extLst>
          </p:cNvPr>
          <p:cNvGrpSpPr/>
          <p:nvPr/>
        </p:nvGrpSpPr>
        <p:grpSpPr>
          <a:xfrm>
            <a:off x="3727858" y="2194252"/>
            <a:ext cx="734206" cy="588839"/>
            <a:chOff x="1596168" y="1993597"/>
            <a:chExt cx="734206" cy="588839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DBA0626-AB53-661A-B39E-092D81503FE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F0D0BC-C437-A83B-099D-BD8426C5E4B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0.5</a:t>
              </a:r>
              <a:endParaRPr lang="ru-RU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346A7B6-1C8A-E433-07F5-92E9F2D22C8E}"/>
              </a:ext>
            </a:extLst>
          </p:cNvPr>
          <p:cNvSpPr txBox="1"/>
          <p:nvPr/>
        </p:nvSpPr>
        <p:spPr>
          <a:xfrm>
            <a:off x="1317323" y="2702083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A86D71-E5D6-EBB2-3B0F-807D5998E396}"/>
              </a:ext>
            </a:extLst>
          </p:cNvPr>
          <p:cNvSpPr txBox="1"/>
          <p:nvPr/>
        </p:nvSpPr>
        <p:spPr>
          <a:xfrm>
            <a:off x="3135893" y="2716265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F6A489-1E6F-F7EE-FDED-60856C4AEE0A}"/>
              </a:ext>
            </a:extLst>
          </p:cNvPr>
          <p:cNvSpPr txBox="1"/>
          <p:nvPr/>
        </p:nvSpPr>
        <p:spPr>
          <a:xfrm>
            <a:off x="4273605" y="2754890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70D511-F266-3F33-3517-FB017984510A}"/>
              </a:ext>
            </a:extLst>
          </p:cNvPr>
          <p:cNvSpPr txBox="1"/>
          <p:nvPr/>
        </p:nvSpPr>
        <p:spPr>
          <a:xfrm>
            <a:off x="5090622" y="2757387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6E8481-1769-713E-B178-5C393A4CCDB0}"/>
              </a:ext>
            </a:extLst>
          </p:cNvPr>
          <p:cNvSpPr txBox="1"/>
          <p:nvPr/>
        </p:nvSpPr>
        <p:spPr>
          <a:xfrm>
            <a:off x="5929680" y="2754890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0CF2EC-53FE-7FD7-2A51-295DD83F72DD}"/>
              </a:ext>
            </a:extLst>
          </p:cNvPr>
          <p:cNvSpPr txBox="1"/>
          <p:nvPr/>
        </p:nvSpPr>
        <p:spPr>
          <a:xfrm>
            <a:off x="6701047" y="2757752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00E372-ADDF-9BDC-7D07-52F152CBF224}"/>
              </a:ext>
            </a:extLst>
          </p:cNvPr>
          <p:cNvSpPr txBox="1"/>
          <p:nvPr/>
        </p:nvSpPr>
        <p:spPr>
          <a:xfrm>
            <a:off x="7508257" y="2773761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ADD4D3F9-1A99-ECFA-85EA-E5DBD00680E5}"/>
              </a:ext>
            </a:extLst>
          </p:cNvPr>
          <p:cNvGrpSpPr/>
          <p:nvPr/>
        </p:nvGrpSpPr>
        <p:grpSpPr>
          <a:xfrm>
            <a:off x="2341164" y="2194252"/>
            <a:ext cx="734206" cy="588839"/>
            <a:chOff x="1596168" y="1993597"/>
            <a:chExt cx="734206" cy="588839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2CB6FFF8-6F8A-CDFE-1AB9-328C6180374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CE467A7-48D9-0419-A4E4-A79AC018FDF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D17F2415-8BC1-F46D-FD43-41DB64B5D083}"/>
              </a:ext>
            </a:extLst>
          </p:cNvPr>
          <p:cNvGrpSpPr/>
          <p:nvPr/>
        </p:nvGrpSpPr>
        <p:grpSpPr>
          <a:xfrm>
            <a:off x="4613657" y="2184922"/>
            <a:ext cx="734206" cy="588839"/>
            <a:chOff x="1596168" y="1993597"/>
            <a:chExt cx="734206" cy="588839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EF1FFF33-5241-C364-0B82-C7F6579C7F0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2A8C64B-30FA-E0C1-D5E1-02C855EA8290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0.6</a:t>
              </a:r>
              <a:endParaRPr lang="ru-RU" sz="2000" dirty="0"/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4ACB0E1F-6842-4063-85FB-F5E22936BB9B}"/>
              </a:ext>
            </a:extLst>
          </p:cNvPr>
          <p:cNvGrpSpPr/>
          <p:nvPr/>
        </p:nvGrpSpPr>
        <p:grpSpPr>
          <a:xfrm>
            <a:off x="5418037" y="2194252"/>
            <a:ext cx="734206" cy="588839"/>
            <a:chOff x="1596168" y="1993597"/>
            <a:chExt cx="734206" cy="588839"/>
          </a:xfrm>
        </p:grpSpPr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A8D0523D-4B0C-B468-8958-AB70AB85125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7F2C2EB-3EDB-9ED2-1222-410E16CFA5E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0.7</a:t>
              </a:r>
              <a:endParaRPr lang="ru-RU" sz="2000" dirty="0"/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EEDE74DE-3D4E-AAF9-B232-A36EF0644C62}"/>
              </a:ext>
            </a:extLst>
          </p:cNvPr>
          <p:cNvGrpSpPr/>
          <p:nvPr/>
        </p:nvGrpSpPr>
        <p:grpSpPr>
          <a:xfrm>
            <a:off x="6205959" y="2194252"/>
            <a:ext cx="734206" cy="588839"/>
            <a:chOff x="1596168" y="1993597"/>
            <a:chExt cx="734206" cy="588839"/>
          </a:xfrm>
        </p:grpSpPr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34AB7F24-61F4-C778-0790-515AC0FFFE4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97A9EBF-641E-0131-8FE6-BF4EE6EC405E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0.8</a:t>
              </a:r>
              <a:endParaRPr lang="ru-RU" sz="2000" dirty="0"/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160217FB-ABCC-063E-74BC-88BBFDE60A40}"/>
              </a:ext>
            </a:extLst>
          </p:cNvPr>
          <p:cNvGrpSpPr/>
          <p:nvPr/>
        </p:nvGrpSpPr>
        <p:grpSpPr>
          <a:xfrm>
            <a:off x="7020951" y="2194252"/>
            <a:ext cx="734206" cy="588839"/>
            <a:chOff x="1596168" y="1993597"/>
            <a:chExt cx="734206" cy="588839"/>
          </a:xfrm>
        </p:grpSpPr>
        <p:sp>
          <p:nvSpPr>
            <p:cNvPr id="47" name="Овал 46">
              <a:extLst>
                <a:ext uri="{FF2B5EF4-FFF2-40B4-BE49-F238E27FC236}">
                  <a16:creationId xmlns:a16="http://schemas.microsoft.com/office/drawing/2014/main" id="{FF078778-3CE5-034B-E32D-9C4A51CAB96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50C1212-1ED8-2C8F-4AF6-04D5878A2E7B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0.9</a:t>
              </a:r>
              <a:endParaRPr lang="ru-RU" sz="2000" dirty="0"/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F460F886-124F-CB2A-CD13-BBEB7BC9CE52}"/>
              </a:ext>
            </a:extLst>
          </p:cNvPr>
          <p:cNvGrpSpPr/>
          <p:nvPr/>
        </p:nvGrpSpPr>
        <p:grpSpPr>
          <a:xfrm>
            <a:off x="363893" y="3469539"/>
            <a:ext cx="8069938" cy="789493"/>
            <a:chOff x="405688" y="2037442"/>
            <a:chExt cx="5465485" cy="534696"/>
          </a:xfrm>
        </p:grpSpPr>
        <p:grpSp>
          <p:nvGrpSpPr>
            <p:cNvPr id="50" name="Группа 49">
              <a:extLst>
                <a:ext uri="{FF2B5EF4-FFF2-40B4-BE49-F238E27FC236}">
                  <a16:creationId xmlns:a16="http://schemas.microsoft.com/office/drawing/2014/main" id="{0D2D35A7-817D-F262-8820-D7F7D8FE9F0D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53" name="Прямая соединительная линия 52">
                <a:extLst>
                  <a:ext uri="{FF2B5EF4-FFF2-40B4-BE49-F238E27FC236}">
                    <a16:creationId xmlns:a16="http://schemas.microsoft.com/office/drawing/2014/main" id="{F2953FD9-F7E8-5B0E-1B78-F5FC83CDEDE7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>
                <a:extLst>
                  <a:ext uri="{FF2B5EF4-FFF2-40B4-BE49-F238E27FC236}">
                    <a16:creationId xmlns:a16="http://schemas.microsoft.com/office/drawing/2014/main" id="{28024159-6CFB-543F-E775-FBA489AE96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Прямая соединительная линия 54">
                <a:extLst>
                  <a:ext uri="{FF2B5EF4-FFF2-40B4-BE49-F238E27FC236}">
                    <a16:creationId xmlns:a16="http://schemas.microsoft.com/office/drawing/2014/main" id="{386A4AC6-ACD8-7ADF-0211-26BA335BB4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76FEEDB-4455-387F-0CED-EF5A1D2B31DC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25DC3F1-3754-EC39-2576-AFB17E734B1A}"/>
                </a:ext>
              </a:extLst>
            </p:cNvPr>
            <p:cNvSpPr txBox="1"/>
            <p:nvPr/>
          </p:nvSpPr>
          <p:spPr>
            <a:xfrm>
              <a:off x="5534402" y="2037442"/>
              <a:ext cx="336771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E64BE9FE-076F-ACA8-E623-6E3A04DA447B}"/>
              </a:ext>
            </a:extLst>
          </p:cNvPr>
          <p:cNvGrpSpPr/>
          <p:nvPr/>
        </p:nvGrpSpPr>
        <p:grpSpPr>
          <a:xfrm>
            <a:off x="3727858" y="3554061"/>
            <a:ext cx="734206" cy="588839"/>
            <a:chOff x="1596168" y="1993597"/>
            <a:chExt cx="734206" cy="588839"/>
          </a:xfrm>
        </p:grpSpPr>
        <p:sp>
          <p:nvSpPr>
            <p:cNvPr id="57" name="Овал 56">
              <a:extLst>
                <a:ext uri="{FF2B5EF4-FFF2-40B4-BE49-F238E27FC236}">
                  <a16:creationId xmlns:a16="http://schemas.microsoft.com/office/drawing/2014/main" id="{E61D98F3-0005-B79C-95D0-1AA3CC5CA37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6960FA4-7B63-254A-CF44-F6B0E8C4991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0.15</a:t>
              </a:r>
              <a:endParaRPr lang="ru-RU" sz="2000" dirty="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912B2B6-5CE2-947C-3738-53CAE144D067}"/>
              </a:ext>
            </a:extLst>
          </p:cNvPr>
          <p:cNvSpPr txBox="1"/>
          <p:nvPr/>
        </p:nvSpPr>
        <p:spPr>
          <a:xfrm>
            <a:off x="1317323" y="4061892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72CF74-C0C6-5D09-7E65-0B89D52038E9}"/>
              </a:ext>
            </a:extLst>
          </p:cNvPr>
          <p:cNvSpPr txBox="1"/>
          <p:nvPr/>
        </p:nvSpPr>
        <p:spPr>
          <a:xfrm>
            <a:off x="3135893" y="4076074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516017-C6E6-DF1C-0D3E-AAAED6131502}"/>
              </a:ext>
            </a:extLst>
          </p:cNvPr>
          <p:cNvSpPr txBox="1"/>
          <p:nvPr/>
        </p:nvSpPr>
        <p:spPr>
          <a:xfrm>
            <a:off x="4273605" y="4114699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98BD28-BAE5-9D9E-B13B-7AAB25F8B2D1}"/>
              </a:ext>
            </a:extLst>
          </p:cNvPr>
          <p:cNvSpPr txBox="1"/>
          <p:nvPr/>
        </p:nvSpPr>
        <p:spPr>
          <a:xfrm>
            <a:off x="5090622" y="4117196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4814A7-AEE2-6534-D497-E711EE47C1BD}"/>
              </a:ext>
            </a:extLst>
          </p:cNvPr>
          <p:cNvSpPr txBox="1"/>
          <p:nvPr/>
        </p:nvSpPr>
        <p:spPr>
          <a:xfrm>
            <a:off x="5929680" y="4114699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9623CB-F4E6-BA2E-AAD1-871B3C15B489}"/>
              </a:ext>
            </a:extLst>
          </p:cNvPr>
          <p:cNvSpPr txBox="1"/>
          <p:nvPr/>
        </p:nvSpPr>
        <p:spPr>
          <a:xfrm>
            <a:off x="6701047" y="4117561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C1ADEF-4242-012D-D4FC-5749D3D811EC}"/>
              </a:ext>
            </a:extLst>
          </p:cNvPr>
          <p:cNvSpPr txBox="1"/>
          <p:nvPr/>
        </p:nvSpPr>
        <p:spPr>
          <a:xfrm>
            <a:off x="7508257" y="4133570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21AE3FE7-3334-B7C6-0EB3-51A49E8097E2}"/>
              </a:ext>
            </a:extLst>
          </p:cNvPr>
          <p:cNvGrpSpPr/>
          <p:nvPr/>
        </p:nvGrpSpPr>
        <p:grpSpPr>
          <a:xfrm>
            <a:off x="2341164" y="3554061"/>
            <a:ext cx="734206" cy="588839"/>
            <a:chOff x="1596168" y="1993597"/>
            <a:chExt cx="734206" cy="588839"/>
          </a:xfrm>
        </p:grpSpPr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5190433F-EBA6-F10C-70B1-F221C88B15A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3CFE281-FBF9-5444-B7AA-506F49B3189B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433BCF6C-505D-393F-DDCE-5A7DF2BBC0E0}"/>
              </a:ext>
            </a:extLst>
          </p:cNvPr>
          <p:cNvGrpSpPr/>
          <p:nvPr/>
        </p:nvGrpSpPr>
        <p:grpSpPr>
          <a:xfrm>
            <a:off x="4613657" y="3544731"/>
            <a:ext cx="734206" cy="588839"/>
            <a:chOff x="1596168" y="1993597"/>
            <a:chExt cx="734206" cy="588839"/>
          </a:xfrm>
        </p:grpSpPr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AA067E24-24C0-2365-E255-B1A6F1E2961A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0A08D87-5B1C-CAD1-588F-782CDD85992D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0.18</a:t>
              </a:r>
              <a:endParaRPr lang="ru-RU" sz="2000" dirty="0"/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F4D594BD-26A9-1D22-35CC-79CBC6AFF560}"/>
              </a:ext>
            </a:extLst>
          </p:cNvPr>
          <p:cNvGrpSpPr/>
          <p:nvPr/>
        </p:nvGrpSpPr>
        <p:grpSpPr>
          <a:xfrm>
            <a:off x="5418037" y="3554061"/>
            <a:ext cx="734206" cy="588839"/>
            <a:chOff x="1596168" y="1993597"/>
            <a:chExt cx="734206" cy="588839"/>
          </a:xfrm>
        </p:grpSpPr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id="{0B875BAA-3ECC-BD31-5EE7-49DCEB18135A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99D87EB-E09A-3982-6379-6BEE7BE05BF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0.21</a:t>
              </a:r>
              <a:endParaRPr lang="ru-RU" sz="2000" dirty="0"/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80ED199E-A700-1B3F-1892-0295BA1FACC5}"/>
              </a:ext>
            </a:extLst>
          </p:cNvPr>
          <p:cNvGrpSpPr/>
          <p:nvPr/>
        </p:nvGrpSpPr>
        <p:grpSpPr>
          <a:xfrm>
            <a:off x="6205959" y="3554061"/>
            <a:ext cx="734206" cy="588839"/>
            <a:chOff x="1596168" y="1993597"/>
            <a:chExt cx="734206" cy="588839"/>
          </a:xfrm>
        </p:grpSpPr>
        <p:sp>
          <p:nvSpPr>
            <p:cNvPr id="76" name="Овал 75">
              <a:extLst>
                <a:ext uri="{FF2B5EF4-FFF2-40B4-BE49-F238E27FC236}">
                  <a16:creationId xmlns:a16="http://schemas.microsoft.com/office/drawing/2014/main" id="{135AC4C4-5782-D2EE-6D60-3DE896C6A21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2F5EDEF-7B2E-C4DF-07CC-8E076261E13C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0.24</a:t>
              </a:r>
              <a:endParaRPr lang="ru-RU" sz="2000" dirty="0"/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F940AA64-8C6F-E510-A665-EDC0AAA85F3B}"/>
              </a:ext>
            </a:extLst>
          </p:cNvPr>
          <p:cNvGrpSpPr/>
          <p:nvPr/>
        </p:nvGrpSpPr>
        <p:grpSpPr>
          <a:xfrm>
            <a:off x="7020951" y="3554061"/>
            <a:ext cx="734206" cy="588839"/>
            <a:chOff x="1596168" y="1993597"/>
            <a:chExt cx="734206" cy="588839"/>
          </a:xfrm>
        </p:grpSpPr>
        <p:sp>
          <p:nvSpPr>
            <p:cNvPr id="79" name="Овал 78">
              <a:extLst>
                <a:ext uri="{FF2B5EF4-FFF2-40B4-BE49-F238E27FC236}">
                  <a16:creationId xmlns:a16="http://schemas.microsoft.com/office/drawing/2014/main" id="{FE66709A-0622-F563-E249-672A4115568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054E461-5A3C-4AED-0C28-3343F4416A80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0.27</a:t>
              </a:r>
              <a:endParaRPr lang="ru-RU" sz="2000" dirty="0"/>
            </a:p>
          </p:txBody>
        </p:sp>
      </p:grpSp>
      <p:sp>
        <p:nvSpPr>
          <p:cNvPr id="32" name="Стрелка: вниз 31">
            <a:extLst>
              <a:ext uri="{FF2B5EF4-FFF2-40B4-BE49-F238E27FC236}">
                <a16:creationId xmlns:a16="http://schemas.microsoft.com/office/drawing/2014/main" id="{00CCBC13-C590-56EB-7576-FB7C4AAF6998}"/>
              </a:ext>
            </a:extLst>
          </p:cNvPr>
          <p:cNvSpPr/>
          <p:nvPr/>
        </p:nvSpPr>
        <p:spPr>
          <a:xfrm>
            <a:off x="9834880" y="1911395"/>
            <a:ext cx="121920" cy="273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302EE30-5187-D54F-602F-EBCF1150A51C}"/>
              </a:ext>
            </a:extLst>
          </p:cNvPr>
          <p:cNvGrpSpPr/>
          <p:nvPr/>
        </p:nvGrpSpPr>
        <p:grpSpPr>
          <a:xfrm>
            <a:off x="282155" y="4491199"/>
            <a:ext cx="8215797" cy="789493"/>
            <a:chOff x="350330" y="2037442"/>
            <a:chExt cx="5564270" cy="534696"/>
          </a:xfrm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0D9AC8DA-8B30-C91F-256B-F0E1935D4B15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43677680-DB75-B31D-DAD0-C69C26D8EC04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164C3CA4-1481-CC06-5842-DFF36C7F25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4EED0BC6-0D24-CB1C-04B1-F7CCE7255A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680510E-BB8E-0E5F-013B-9DCAEBF1BBA7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4E01FD-5198-7707-92C5-9FD5EFCB95CD}"/>
                </a:ext>
              </a:extLst>
            </p:cNvPr>
            <p:cNvSpPr txBox="1"/>
            <p:nvPr/>
          </p:nvSpPr>
          <p:spPr>
            <a:xfrm>
              <a:off x="5490976" y="2037442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0.15</a:t>
              </a:r>
              <a:endParaRPr lang="ru-RU" sz="2000" dirty="0"/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18C7E4D5-D07D-CA07-BA97-8C188512E608}"/>
              </a:ext>
            </a:extLst>
          </p:cNvPr>
          <p:cNvGrpSpPr/>
          <p:nvPr/>
        </p:nvGrpSpPr>
        <p:grpSpPr>
          <a:xfrm>
            <a:off x="3727858" y="4575721"/>
            <a:ext cx="734206" cy="588839"/>
            <a:chOff x="1596168" y="1993597"/>
            <a:chExt cx="734206" cy="588839"/>
          </a:xfrm>
        </p:grpSpPr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6D5EB6F9-2F08-2B03-7530-0BFFE3E4543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48A1949-4064-067E-2838-3709217306E5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0.12</a:t>
              </a:r>
              <a:endParaRPr lang="ru-RU" sz="200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62B08F7-8A41-F600-B30A-A7E1EA69B5CC}"/>
              </a:ext>
            </a:extLst>
          </p:cNvPr>
          <p:cNvSpPr txBox="1"/>
          <p:nvPr/>
        </p:nvSpPr>
        <p:spPr>
          <a:xfrm>
            <a:off x="1317323" y="5083552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FB9F567-D613-AB9A-4B47-CCFEA1E51E0A}"/>
              </a:ext>
            </a:extLst>
          </p:cNvPr>
          <p:cNvSpPr txBox="1"/>
          <p:nvPr/>
        </p:nvSpPr>
        <p:spPr>
          <a:xfrm>
            <a:off x="3135893" y="5097734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1F808F5-18BF-3DF9-485F-7F70F220F153}"/>
              </a:ext>
            </a:extLst>
          </p:cNvPr>
          <p:cNvSpPr txBox="1"/>
          <p:nvPr/>
        </p:nvSpPr>
        <p:spPr>
          <a:xfrm>
            <a:off x="4273605" y="5136359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6F2949D-C4C9-F0C6-B535-35847A33EACB}"/>
              </a:ext>
            </a:extLst>
          </p:cNvPr>
          <p:cNvSpPr txBox="1"/>
          <p:nvPr/>
        </p:nvSpPr>
        <p:spPr>
          <a:xfrm>
            <a:off x="5090622" y="5138856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B40FF63-D978-3DE4-9305-74196E5E5DFA}"/>
              </a:ext>
            </a:extLst>
          </p:cNvPr>
          <p:cNvSpPr txBox="1"/>
          <p:nvPr/>
        </p:nvSpPr>
        <p:spPr>
          <a:xfrm>
            <a:off x="5929680" y="5136359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C40689B-9F56-6167-83C0-64C37E9A2F91}"/>
              </a:ext>
            </a:extLst>
          </p:cNvPr>
          <p:cNvSpPr txBox="1"/>
          <p:nvPr/>
        </p:nvSpPr>
        <p:spPr>
          <a:xfrm>
            <a:off x="6701047" y="5139221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4588F82-08D1-CF4B-B4A5-C8CE1AB766F2}"/>
              </a:ext>
            </a:extLst>
          </p:cNvPr>
          <p:cNvSpPr txBox="1"/>
          <p:nvPr/>
        </p:nvSpPr>
        <p:spPr>
          <a:xfrm>
            <a:off x="7508257" y="5155230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349802DE-042F-3F82-1145-F5497965848C}"/>
              </a:ext>
            </a:extLst>
          </p:cNvPr>
          <p:cNvGrpSpPr/>
          <p:nvPr/>
        </p:nvGrpSpPr>
        <p:grpSpPr>
          <a:xfrm>
            <a:off x="2238349" y="4575720"/>
            <a:ext cx="871599" cy="588840"/>
            <a:chOff x="1493353" y="1993596"/>
            <a:chExt cx="871599" cy="588840"/>
          </a:xfrm>
        </p:grpSpPr>
        <p:sp>
          <p:nvSpPr>
            <p:cNvPr id="88" name="Овал 87">
              <a:extLst>
                <a:ext uri="{FF2B5EF4-FFF2-40B4-BE49-F238E27FC236}">
                  <a16:creationId xmlns:a16="http://schemas.microsoft.com/office/drawing/2014/main" id="{F8B0A277-0A8F-FDAA-A012-7DA1A03D320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057D222-CCDF-4EEB-7853-FEF3AA41B900}"/>
                </a:ext>
              </a:extLst>
            </p:cNvPr>
            <p:cNvSpPr txBox="1"/>
            <p:nvPr/>
          </p:nvSpPr>
          <p:spPr>
            <a:xfrm>
              <a:off x="1493353" y="1993596"/>
              <a:ext cx="871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0.108</a:t>
              </a:r>
              <a:endParaRPr lang="ru-RU" sz="2000" dirty="0"/>
            </a:p>
          </p:txBody>
        </p:sp>
      </p:grp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4E3310C2-4BFE-F3DB-161C-E7E3ECF9B59C}"/>
              </a:ext>
            </a:extLst>
          </p:cNvPr>
          <p:cNvGrpSpPr/>
          <p:nvPr/>
        </p:nvGrpSpPr>
        <p:grpSpPr>
          <a:xfrm>
            <a:off x="4613657" y="4566391"/>
            <a:ext cx="734206" cy="588839"/>
            <a:chOff x="1596168" y="1993597"/>
            <a:chExt cx="734206" cy="588839"/>
          </a:xfrm>
        </p:grpSpPr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DB09BBB6-59AD-804C-907F-57F7095FFD1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23DB2A1-D38C-BE5F-048B-23B838650DEB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0.126</a:t>
              </a:r>
              <a:endParaRPr lang="ru-RU" sz="2000" dirty="0"/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4498E20C-6E1A-7F3E-7B33-0743EC3A830F}"/>
              </a:ext>
            </a:extLst>
          </p:cNvPr>
          <p:cNvGrpSpPr/>
          <p:nvPr/>
        </p:nvGrpSpPr>
        <p:grpSpPr>
          <a:xfrm>
            <a:off x="5418037" y="4575721"/>
            <a:ext cx="734206" cy="588839"/>
            <a:chOff x="1596168" y="1993597"/>
            <a:chExt cx="734206" cy="588839"/>
          </a:xfrm>
        </p:grpSpPr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3B8418FB-526F-7BC1-9828-F1174FA9F6D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DE46E6C-2850-E3A6-8787-E0ACAA1BC1D2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0.132</a:t>
              </a:r>
              <a:endParaRPr lang="ru-RU" sz="2000" dirty="0"/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EDE06099-E9E6-BE56-29B2-291E060D9322}"/>
              </a:ext>
            </a:extLst>
          </p:cNvPr>
          <p:cNvGrpSpPr/>
          <p:nvPr/>
        </p:nvGrpSpPr>
        <p:grpSpPr>
          <a:xfrm>
            <a:off x="6205959" y="4575721"/>
            <a:ext cx="734206" cy="588839"/>
            <a:chOff x="1596168" y="1993597"/>
            <a:chExt cx="734206" cy="588839"/>
          </a:xfrm>
        </p:grpSpPr>
        <p:sp>
          <p:nvSpPr>
            <p:cNvPr id="97" name="Овал 96">
              <a:extLst>
                <a:ext uri="{FF2B5EF4-FFF2-40B4-BE49-F238E27FC236}">
                  <a16:creationId xmlns:a16="http://schemas.microsoft.com/office/drawing/2014/main" id="{9A32EC3C-7710-069F-35BD-8B6982C2A0F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872A497-9090-D939-C926-EA6647892795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0.138</a:t>
              </a:r>
              <a:endParaRPr lang="ru-RU" sz="2000" dirty="0"/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B3B9D6FC-A4B8-A915-B7FD-B1E2C4018544}"/>
              </a:ext>
            </a:extLst>
          </p:cNvPr>
          <p:cNvGrpSpPr/>
          <p:nvPr/>
        </p:nvGrpSpPr>
        <p:grpSpPr>
          <a:xfrm>
            <a:off x="7020951" y="4575721"/>
            <a:ext cx="734206" cy="588839"/>
            <a:chOff x="1596168" y="1993597"/>
            <a:chExt cx="734206" cy="588839"/>
          </a:xfrm>
        </p:grpSpPr>
        <p:sp>
          <p:nvSpPr>
            <p:cNvPr id="100" name="Овал 99">
              <a:extLst>
                <a:ext uri="{FF2B5EF4-FFF2-40B4-BE49-F238E27FC236}">
                  <a16:creationId xmlns:a16="http://schemas.microsoft.com/office/drawing/2014/main" id="{9E408E7B-C198-A57F-C74F-2DBCB11FA6F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5D16AF61-C021-F00B-5184-A00B397E1CDC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0.144</a:t>
              </a:r>
              <a:endParaRPr lang="ru-RU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9319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81" grpId="0"/>
      <p:bldP spid="82" grpId="0"/>
      <p:bldP spid="83" grpId="0"/>
      <p:bldP spid="84" grpId="0"/>
      <p:bldP spid="85" grpId="0"/>
      <p:bldP spid="8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CEA74-91B2-F8DC-ED12-60C2807B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encoding time!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ACC66-09C6-BC28-69D0-E998B286091E}"/>
              </a:ext>
            </a:extLst>
          </p:cNvPr>
          <p:cNvSpPr txBox="1"/>
          <p:nvPr/>
        </p:nvSpPr>
        <p:spPr>
          <a:xfrm>
            <a:off x="9345818" y="2076910"/>
            <a:ext cx="248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ПЕППЕРОНИ</a:t>
            </a:r>
            <a:endParaRPr lang="ru-RU" sz="2400" b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9EC07EC-96B9-7497-7BE2-D15548631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747896"/>
              </p:ext>
            </p:extLst>
          </p:nvPr>
        </p:nvGraphicFramePr>
        <p:xfrm>
          <a:off x="8907626" y="2862264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FBD7756E-0F29-FA31-8062-50230B55FAF5}"/>
              </a:ext>
            </a:extLst>
          </p:cNvPr>
          <p:cNvGrpSpPr/>
          <p:nvPr/>
        </p:nvGrpSpPr>
        <p:grpSpPr>
          <a:xfrm>
            <a:off x="363893" y="2109730"/>
            <a:ext cx="8052319" cy="789493"/>
            <a:chOff x="405688" y="2037442"/>
            <a:chExt cx="5453553" cy="53469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6BBE576B-0B4D-D448-0D07-6129126FD72B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804A38CE-B557-99D7-E377-261469DF079B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6031BEB-925D-1CA6-5162-511E1E5CFF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4871B95D-C19F-EF13-F2F1-368D764C75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0E1CE9-1D04-4CDA-2D12-1D5E1059632B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FAFDB5-6BE9-F9E0-4D73-0B26090394C1}"/>
                </a:ext>
              </a:extLst>
            </p:cNvPr>
            <p:cNvSpPr txBox="1"/>
            <p:nvPr/>
          </p:nvSpPr>
          <p:spPr>
            <a:xfrm>
              <a:off x="5546334" y="2037442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6A26C6D6-91D3-783E-8C6F-95F5B206A387}"/>
              </a:ext>
            </a:extLst>
          </p:cNvPr>
          <p:cNvGrpSpPr/>
          <p:nvPr/>
        </p:nvGrpSpPr>
        <p:grpSpPr>
          <a:xfrm>
            <a:off x="3727858" y="2194252"/>
            <a:ext cx="734206" cy="588839"/>
            <a:chOff x="1596168" y="1993597"/>
            <a:chExt cx="734206" cy="588839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DBA0626-AB53-661A-B39E-092D81503FE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F0D0BC-C437-A83B-099D-BD8426C5E4B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0.5</a:t>
              </a:r>
              <a:endParaRPr lang="ru-RU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346A7B6-1C8A-E433-07F5-92E9F2D22C8E}"/>
              </a:ext>
            </a:extLst>
          </p:cNvPr>
          <p:cNvSpPr txBox="1"/>
          <p:nvPr/>
        </p:nvSpPr>
        <p:spPr>
          <a:xfrm>
            <a:off x="1317323" y="2702083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A86D71-E5D6-EBB2-3B0F-807D5998E396}"/>
              </a:ext>
            </a:extLst>
          </p:cNvPr>
          <p:cNvSpPr txBox="1"/>
          <p:nvPr/>
        </p:nvSpPr>
        <p:spPr>
          <a:xfrm>
            <a:off x="3135893" y="2716265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F6A489-1E6F-F7EE-FDED-60856C4AEE0A}"/>
              </a:ext>
            </a:extLst>
          </p:cNvPr>
          <p:cNvSpPr txBox="1"/>
          <p:nvPr/>
        </p:nvSpPr>
        <p:spPr>
          <a:xfrm>
            <a:off x="4273605" y="2754890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70D511-F266-3F33-3517-FB017984510A}"/>
              </a:ext>
            </a:extLst>
          </p:cNvPr>
          <p:cNvSpPr txBox="1"/>
          <p:nvPr/>
        </p:nvSpPr>
        <p:spPr>
          <a:xfrm>
            <a:off x="5090622" y="2757387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6E8481-1769-713E-B178-5C393A4CCDB0}"/>
              </a:ext>
            </a:extLst>
          </p:cNvPr>
          <p:cNvSpPr txBox="1"/>
          <p:nvPr/>
        </p:nvSpPr>
        <p:spPr>
          <a:xfrm>
            <a:off x="5929680" y="2754890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0CF2EC-53FE-7FD7-2A51-295DD83F72DD}"/>
              </a:ext>
            </a:extLst>
          </p:cNvPr>
          <p:cNvSpPr txBox="1"/>
          <p:nvPr/>
        </p:nvSpPr>
        <p:spPr>
          <a:xfrm>
            <a:off x="6701047" y="2757752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00E372-ADDF-9BDC-7D07-52F152CBF224}"/>
              </a:ext>
            </a:extLst>
          </p:cNvPr>
          <p:cNvSpPr txBox="1"/>
          <p:nvPr/>
        </p:nvSpPr>
        <p:spPr>
          <a:xfrm>
            <a:off x="7508257" y="2773761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ADD4D3F9-1A99-ECFA-85EA-E5DBD00680E5}"/>
              </a:ext>
            </a:extLst>
          </p:cNvPr>
          <p:cNvGrpSpPr/>
          <p:nvPr/>
        </p:nvGrpSpPr>
        <p:grpSpPr>
          <a:xfrm>
            <a:off x="2341164" y="2194252"/>
            <a:ext cx="734206" cy="588839"/>
            <a:chOff x="1596168" y="1993597"/>
            <a:chExt cx="734206" cy="588839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2CB6FFF8-6F8A-CDFE-1AB9-328C6180374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CE467A7-48D9-0419-A4E4-A79AC018FDF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D17F2415-8BC1-F46D-FD43-41DB64B5D083}"/>
              </a:ext>
            </a:extLst>
          </p:cNvPr>
          <p:cNvGrpSpPr/>
          <p:nvPr/>
        </p:nvGrpSpPr>
        <p:grpSpPr>
          <a:xfrm>
            <a:off x="4613657" y="2184922"/>
            <a:ext cx="734206" cy="588839"/>
            <a:chOff x="1596168" y="1993597"/>
            <a:chExt cx="734206" cy="588839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EF1FFF33-5241-C364-0B82-C7F6579C7F0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2A8C64B-30FA-E0C1-D5E1-02C855EA8290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0.6</a:t>
              </a:r>
              <a:endParaRPr lang="ru-RU" sz="2000" dirty="0"/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4ACB0E1F-6842-4063-85FB-F5E22936BB9B}"/>
              </a:ext>
            </a:extLst>
          </p:cNvPr>
          <p:cNvGrpSpPr/>
          <p:nvPr/>
        </p:nvGrpSpPr>
        <p:grpSpPr>
          <a:xfrm>
            <a:off x="5418037" y="2194252"/>
            <a:ext cx="734206" cy="588839"/>
            <a:chOff x="1596168" y="1993597"/>
            <a:chExt cx="734206" cy="588839"/>
          </a:xfrm>
        </p:grpSpPr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A8D0523D-4B0C-B468-8958-AB70AB85125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7F2C2EB-3EDB-9ED2-1222-410E16CFA5E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0.7</a:t>
              </a:r>
              <a:endParaRPr lang="ru-RU" sz="2000" dirty="0"/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EEDE74DE-3D4E-AAF9-B232-A36EF0644C62}"/>
              </a:ext>
            </a:extLst>
          </p:cNvPr>
          <p:cNvGrpSpPr/>
          <p:nvPr/>
        </p:nvGrpSpPr>
        <p:grpSpPr>
          <a:xfrm>
            <a:off x="6205959" y="2194252"/>
            <a:ext cx="734206" cy="588839"/>
            <a:chOff x="1596168" y="1993597"/>
            <a:chExt cx="734206" cy="588839"/>
          </a:xfrm>
        </p:grpSpPr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34AB7F24-61F4-C778-0790-515AC0FFFE4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97A9EBF-641E-0131-8FE6-BF4EE6EC405E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0.8</a:t>
              </a:r>
              <a:endParaRPr lang="ru-RU" sz="2000" dirty="0"/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160217FB-ABCC-063E-74BC-88BBFDE60A40}"/>
              </a:ext>
            </a:extLst>
          </p:cNvPr>
          <p:cNvGrpSpPr/>
          <p:nvPr/>
        </p:nvGrpSpPr>
        <p:grpSpPr>
          <a:xfrm>
            <a:off x="7020951" y="2194252"/>
            <a:ext cx="734206" cy="588839"/>
            <a:chOff x="1596168" y="1993597"/>
            <a:chExt cx="734206" cy="588839"/>
          </a:xfrm>
        </p:grpSpPr>
        <p:sp>
          <p:nvSpPr>
            <p:cNvPr id="47" name="Овал 46">
              <a:extLst>
                <a:ext uri="{FF2B5EF4-FFF2-40B4-BE49-F238E27FC236}">
                  <a16:creationId xmlns:a16="http://schemas.microsoft.com/office/drawing/2014/main" id="{FF078778-3CE5-034B-E32D-9C4A51CAB96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50C1212-1ED8-2C8F-4AF6-04D5878A2E7B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0.9</a:t>
              </a:r>
              <a:endParaRPr lang="ru-RU" sz="2000" dirty="0"/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F460F886-124F-CB2A-CD13-BBEB7BC9CE52}"/>
              </a:ext>
            </a:extLst>
          </p:cNvPr>
          <p:cNvGrpSpPr/>
          <p:nvPr/>
        </p:nvGrpSpPr>
        <p:grpSpPr>
          <a:xfrm>
            <a:off x="363893" y="3469539"/>
            <a:ext cx="8069938" cy="789493"/>
            <a:chOff x="405688" y="2037442"/>
            <a:chExt cx="5465485" cy="534696"/>
          </a:xfrm>
        </p:grpSpPr>
        <p:grpSp>
          <p:nvGrpSpPr>
            <p:cNvPr id="50" name="Группа 49">
              <a:extLst>
                <a:ext uri="{FF2B5EF4-FFF2-40B4-BE49-F238E27FC236}">
                  <a16:creationId xmlns:a16="http://schemas.microsoft.com/office/drawing/2014/main" id="{0D2D35A7-817D-F262-8820-D7F7D8FE9F0D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53" name="Прямая соединительная линия 52">
                <a:extLst>
                  <a:ext uri="{FF2B5EF4-FFF2-40B4-BE49-F238E27FC236}">
                    <a16:creationId xmlns:a16="http://schemas.microsoft.com/office/drawing/2014/main" id="{F2953FD9-F7E8-5B0E-1B78-F5FC83CDEDE7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>
                <a:extLst>
                  <a:ext uri="{FF2B5EF4-FFF2-40B4-BE49-F238E27FC236}">
                    <a16:creationId xmlns:a16="http://schemas.microsoft.com/office/drawing/2014/main" id="{28024159-6CFB-543F-E775-FBA489AE96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Прямая соединительная линия 54">
                <a:extLst>
                  <a:ext uri="{FF2B5EF4-FFF2-40B4-BE49-F238E27FC236}">
                    <a16:creationId xmlns:a16="http://schemas.microsoft.com/office/drawing/2014/main" id="{386A4AC6-ACD8-7ADF-0211-26BA335BB4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76FEEDB-4455-387F-0CED-EF5A1D2B31DC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25DC3F1-3754-EC39-2576-AFB17E734B1A}"/>
                </a:ext>
              </a:extLst>
            </p:cNvPr>
            <p:cNvSpPr txBox="1"/>
            <p:nvPr/>
          </p:nvSpPr>
          <p:spPr>
            <a:xfrm>
              <a:off x="5534402" y="2037442"/>
              <a:ext cx="336771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E64BE9FE-076F-ACA8-E623-6E3A04DA447B}"/>
              </a:ext>
            </a:extLst>
          </p:cNvPr>
          <p:cNvGrpSpPr/>
          <p:nvPr/>
        </p:nvGrpSpPr>
        <p:grpSpPr>
          <a:xfrm>
            <a:off x="3727858" y="3554061"/>
            <a:ext cx="734206" cy="588839"/>
            <a:chOff x="1596168" y="1993597"/>
            <a:chExt cx="734206" cy="588839"/>
          </a:xfrm>
        </p:grpSpPr>
        <p:sp>
          <p:nvSpPr>
            <p:cNvPr id="57" name="Овал 56">
              <a:extLst>
                <a:ext uri="{FF2B5EF4-FFF2-40B4-BE49-F238E27FC236}">
                  <a16:creationId xmlns:a16="http://schemas.microsoft.com/office/drawing/2014/main" id="{E61D98F3-0005-B79C-95D0-1AA3CC5CA37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6960FA4-7B63-254A-CF44-F6B0E8C4991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0.15</a:t>
              </a:r>
              <a:endParaRPr lang="ru-RU" sz="2000" dirty="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912B2B6-5CE2-947C-3738-53CAE144D067}"/>
              </a:ext>
            </a:extLst>
          </p:cNvPr>
          <p:cNvSpPr txBox="1"/>
          <p:nvPr/>
        </p:nvSpPr>
        <p:spPr>
          <a:xfrm>
            <a:off x="1317323" y="4061892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72CF74-C0C6-5D09-7E65-0B89D52038E9}"/>
              </a:ext>
            </a:extLst>
          </p:cNvPr>
          <p:cNvSpPr txBox="1"/>
          <p:nvPr/>
        </p:nvSpPr>
        <p:spPr>
          <a:xfrm>
            <a:off x="3135893" y="4076074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516017-C6E6-DF1C-0D3E-AAAED6131502}"/>
              </a:ext>
            </a:extLst>
          </p:cNvPr>
          <p:cNvSpPr txBox="1"/>
          <p:nvPr/>
        </p:nvSpPr>
        <p:spPr>
          <a:xfrm>
            <a:off x="4273605" y="4114699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98BD28-BAE5-9D9E-B13B-7AAB25F8B2D1}"/>
              </a:ext>
            </a:extLst>
          </p:cNvPr>
          <p:cNvSpPr txBox="1"/>
          <p:nvPr/>
        </p:nvSpPr>
        <p:spPr>
          <a:xfrm>
            <a:off x="5090622" y="4117196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4814A7-AEE2-6534-D497-E711EE47C1BD}"/>
              </a:ext>
            </a:extLst>
          </p:cNvPr>
          <p:cNvSpPr txBox="1"/>
          <p:nvPr/>
        </p:nvSpPr>
        <p:spPr>
          <a:xfrm>
            <a:off x="5929680" y="4114699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9623CB-F4E6-BA2E-AAD1-871B3C15B489}"/>
              </a:ext>
            </a:extLst>
          </p:cNvPr>
          <p:cNvSpPr txBox="1"/>
          <p:nvPr/>
        </p:nvSpPr>
        <p:spPr>
          <a:xfrm>
            <a:off x="6701047" y="4117561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C1ADEF-4242-012D-D4FC-5749D3D811EC}"/>
              </a:ext>
            </a:extLst>
          </p:cNvPr>
          <p:cNvSpPr txBox="1"/>
          <p:nvPr/>
        </p:nvSpPr>
        <p:spPr>
          <a:xfrm>
            <a:off x="7508257" y="4133570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21AE3FE7-3334-B7C6-0EB3-51A49E8097E2}"/>
              </a:ext>
            </a:extLst>
          </p:cNvPr>
          <p:cNvGrpSpPr/>
          <p:nvPr/>
        </p:nvGrpSpPr>
        <p:grpSpPr>
          <a:xfrm>
            <a:off x="2341164" y="3554061"/>
            <a:ext cx="734206" cy="588839"/>
            <a:chOff x="1596168" y="1993597"/>
            <a:chExt cx="734206" cy="588839"/>
          </a:xfrm>
        </p:grpSpPr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5190433F-EBA6-F10C-70B1-F221C88B15A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3CFE281-FBF9-5444-B7AA-506F49B3189B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433BCF6C-505D-393F-DDCE-5A7DF2BBC0E0}"/>
              </a:ext>
            </a:extLst>
          </p:cNvPr>
          <p:cNvGrpSpPr/>
          <p:nvPr/>
        </p:nvGrpSpPr>
        <p:grpSpPr>
          <a:xfrm>
            <a:off x="4613657" y="3544731"/>
            <a:ext cx="734206" cy="588839"/>
            <a:chOff x="1596168" y="1993597"/>
            <a:chExt cx="734206" cy="588839"/>
          </a:xfrm>
        </p:grpSpPr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AA067E24-24C0-2365-E255-B1A6F1E2961A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0A08D87-5B1C-CAD1-588F-782CDD85992D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0.18</a:t>
              </a:r>
              <a:endParaRPr lang="ru-RU" sz="2000" dirty="0"/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F4D594BD-26A9-1D22-35CC-79CBC6AFF560}"/>
              </a:ext>
            </a:extLst>
          </p:cNvPr>
          <p:cNvGrpSpPr/>
          <p:nvPr/>
        </p:nvGrpSpPr>
        <p:grpSpPr>
          <a:xfrm>
            <a:off x="5418037" y="3554061"/>
            <a:ext cx="734206" cy="588839"/>
            <a:chOff x="1596168" y="1993597"/>
            <a:chExt cx="734206" cy="588839"/>
          </a:xfrm>
        </p:grpSpPr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id="{0B875BAA-3ECC-BD31-5EE7-49DCEB18135A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99D87EB-E09A-3982-6379-6BEE7BE05BF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0.21</a:t>
              </a:r>
              <a:endParaRPr lang="ru-RU" sz="2000" dirty="0"/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80ED199E-A700-1B3F-1892-0295BA1FACC5}"/>
              </a:ext>
            </a:extLst>
          </p:cNvPr>
          <p:cNvGrpSpPr/>
          <p:nvPr/>
        </p:nvGrpSpPr>
        <p:grpSpPr>
          <a:xfrm>
            <a:off x="6205959" y="3554061"/>
            <a:ext cx="734206" cy="588839"/>
            <a:chOff x="1596168" y="1993597"/>
            <a:chExt cx="734206" cy="588839"/>
          </a:xfrm>
        </p:grpSpPr>
        <p:sp>
          <p:nvSpPr>
            <p:cNvPr id="76" name="Овал 75">
              <a:extLst>
                <a:ext uri="{FF2B5EF4-FFF2-40B4-BE49-F238E27FC236}">
                  <a16:creationId xmlns:a16="http://schemas.microsoft.com/office/drawing/2014/main" id="{135AC4C4-5782-D2EE-6D60-3DE896C6A21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2F5EDEF-7B2E-C4DF-07CC-8E076261E13C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0.24</a:t>
              </a:r>
              <a:endParaRPr lang="ru-RU" sz="2000" dirty="0"/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F940AA64-8C6F-E510-A665-EDC0AAA85F3B}"/>
              </a:ext>
            </a:extLst>
          </p:cNvPr>
          <p:cNvGrpSpPr/>
          <p:nvPr/>
        </p:nvGrpSpPr>
        <p:grpSpPr>
          <a:xfrm>
            <a:off x="7020951" y="3554061"/>
            <a:ext cx="734206" cy="588839"/>
            <a:chOff x="1596168" y="1993597"/>
            <a:chExt cx="734206" cy="588839"/>
          </a:xfrm>
        </p:grpSpPr>
        <p:sp>
          <p:nvSpPr>
            <p:cNvPr id="79" name="Овал 78">
              <a:extLst>
                <a:ext uri="{FF2B5EF4-FFF2-40B4-BE49-F238E27FC236}">
                  <a16:creationId xmlns:a16="http://schemas.microsoft.com/office/drawing/2014/main" id="{FE66709A-0622-F563-E249-672A4115568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054E461-5A3C-4AED-0C28-3343F4416A80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0.27</a:t>
              </a:r>
              <a:endParaRPr lang="ru-RU" sz="2000" dirty="0"/>
            </a:p>
          </p:txBody>
        </p:sp>
      </p:grpSp>
      <p:sp>
        <p:nvSpPr>
          <p:cNvPr id="32" name="Стрелка: вниз 31">
            <a:extLst>
              <a:ext uri="{FF2B5EF4-FFF2-40B4-BE49-F238E27FC236}">
                <a16:creationId xmlns:a16="http://schemas.microsoft.com/office/drawing/2014/main" id="{00CCBC13-C590-56EB-7576-FB7C4AAF6998}"/>
              </a:ext>
            </a:extLst>
          </p:cNvPr>
          <p:cNvSpPr/>
          <p:nvPr/>
        </p:nvSpPr>
        <p:spPr>
          <a:xfrm>
            <a:off x="10025380" y="1911395"/>
            <a:ext cx="121920" cy="273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302EE30-5187-D54F-602F-EBCF1150A51C}"/>
              </a:ext>
            </a:extLst>
          </p:cNvPr>
          <p:cNvGrpSpPr/>
          <p:nvPr/>
        </p:nvGrpSpPr>
        <p:grpSpPr>
          <a:xfrm>
            <a:off x="282155" y="4491199"/>
            <a:ext cx="8215797" cy="789493"/>
            <a:chOff x="350330" y="2037442"/>
            <a:chExt cx="5564270" cy="534696"/>
          </a:xfrm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0D9AC8DA-8B30-C91F-256B-F0E1935D4B15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43677680-DB75-B31D-DAD0-C69C26D8EC04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164C3CA4-1481-CC06-5842-DFF36C7F25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4EED0BC6-0D24-CB1C-04B1-F7CCE7255A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680510E-BB8E-0E5F-013B-9DCAEBF1BBA7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4E01FD-5198-7707-92C5-9FD5EFCB95CD}"/>
                </a:ext>
              </a:extLst>
            </p:cNvPr>
            <p:cNvSpPr txBox="1"/>
            <p:nvPr/>
          </p:nvSpPr>
          <p:spPr>
            <a:xfrm>
              <a:off x="5490976" y="2037442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0.15</a:t>
              </a:r>
              <a:endParaRPr lang="ru-RU" sz="2000" dirty="0"/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18C7E4D5-D07D-CA07-BA97-8C188512E608}"/>
              </a:ext>
            </a:extLst>
          </p:cNvPr>
          <p:cNvGrpSpPr/>
          <p:nvPr/>
        </p:nvGrpSpPr>
        <p:grpSpPr>
          <a:xfrm>
            <a:off x="3727858" y="4575721"/>
            <a:ext cx="734206" cy="588839"/>
            <a:chOff x="1596168" y="1993597"/>
            <a:chExt cx="734206" cy="588839"/>
          </a:xfrm>
        </p:grpSpPr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6D5EB6F9-2F08-2B03-7530-0BFFE3E4543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48A1949-4064-067E-2838-3709217306E5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0.12</a:t>
              </a:r>
              <a:endParaRPr lang="ru-RU" sz="200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62B08F7-8A41-F600-B30A-A7E1EA69B5CC}"/>
              </a:ext>
            </a:extLst>
          </p:cNvPr>
          <p:cNvSpPr txBox="1"/>
          <p:nvPr/>
        </p:nvSpPr>
        <p:spPr>
          <a:xfrm>
            <a:off x="1317323" y="5083552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FB9F567-D613-AB9A-4B47-CCFEA1E51E0A}"/>
              </a:ext>
            </a:extLst>
          </p:cNvPr>
          <p:cNvSpPr txBox="1"/>
          <p:nvPr/>
        </p:nvSpPr>
        <p:spPr>
          <a:xfrm>
            <a:off x="3135893" y="5097734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1F808F5-18BF-3DF9-485F-7F70F220F153}"/>
              </a:ext>
            </a:extLst>
          </p:cNvPr>
          <p:cNvSpPr txBox="1"/>
          <p:nvPr/>
        </p:nvSpPr>
        <p:spPr>
          <a:xfrm>
            <a:off x="4273605" y="5136359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6F2949D-C4C9-F0C6-B535-35847A33EACB}"/>
              </a:ext>
            </a:extLst>
          </p:cNvPr>
          <p:cNvSpPr txBox="1"/>
          <p:nvPr/>
        </p:nvSpPr>
        <p:spPr>
          <a:xfrm>
            <a:off x="5090622" y="5138856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B40FF63-D978-3DE4-9305-74196E5E5DFA}"/>
              </a:ext>
            </a:extLst>
          </p:cNvPr>
          <p:cNvSpPr txBox="1"/>
          <p:nvPr/>
        </p:nvSpPr>
        <p:spPr>
          <a:xfrm>
            <a:off x="5929680" y="5136359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C40689B-9F56-6167-83C0-64C37E9A2F91}"/>
              </a:ext>
            </a:extLst>
          </p:cNvPr>
          <p:cNvSpPr txBox="1"/>
          <p:nvPr/>
        </p:nvSpPr>
        <p:spPr>
          <a:xfrm>
            <a:off x="6701047" y="5139221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4588F82-08D1-CF4B-B4A5-C8CE1AB766F2}"/>
              </a:ext>
            </a:extLst>
          </p:cNvPr>
          <p:cNvSpPr txBox="1"/>
          <p:nvPr/>
        </p:nvSpPr>
        <p:spPr>
          <a:xfrm>
            <a:off x="7508257" y="5155230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349802DE-042F-3F82-1145-F5497965848C}"/>
              </a:ext>
            </a:extLst>
          </p:cNvPr>
          <p:cNvGrpSpPr/>
          <p:nvPr/>
        </p:nvGrpSpPr>
        <p:grpSpPr>
          <a:xfrm>
            <a:off x="2238349" y="4575720"/>
            <a:ext cx="871599" cy="588840"/>
            <a:chOff x="1493353" y="1993596"/>
            <a:chExt cx="871599" cy="588840"/>
          </a:xfrm>
        </p:grpSpPr>
        <p:sp>
          <p:nvSpPr>
            <p:cNvPr id="88" name="Овал 87">
              <a:extLst>
                <a:ext uri="{FF2B5EF4-FFF2-40B4-BE49-F238E27FC236}">
                  <a16:creationId xmlns:a16="http://schemas.microsoft.com/office/drawing/2014/main" id="{F8B0A277-0A8F-FDAA-A012-7DA1A03D320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057D222-CCDF-4EEB-7853-FEF3AA41B900}"/>
                </a:ext>
              </a:extLst>
            </p:cNvPr>
            <p:cNvSpPr txBox="1"/>
            <p:nvPr/>
          </p:nvSpPr>
          <p:spPr>
            <a:xfrm>
              <a:off x="1493353" y="1993596"/>
              <a:ext cx="871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0.108</a:t>
              </a:r>
              <a:endParaRPr lang="ru-RU" sz="2000" dirty="0"/>
            </a:p>
          </p:txBody>
        </p:sp>
      </p:grp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4E3310C2-4BFE-F3DB-161C-E7E3ECF9B59C}"/>
              </a:ext>
            </a:extLst>
          </p:cNvPr>
          <p:cNvGrpSpPr/>
          <p:nvPr/>
        </p:nvGrpSpPr>
        <p:grpSpPr>
          <a:xfrm>
            <a:off x="4613657" y="4566391"/>
            <a:ext cx="734206" cy="588839"/>
            <a:chOff x="1596168" y="1993597"/>
            <a:chExt cx="734206" cy="588839"/>
          </a:xfrm>
        </p:grpSpPr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DB09BBB6-59AD-804C-907F-57F7095FFD1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23DB2A1-D38C-BE5F-048B-23B838650DEB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0.126</a:t>
              </a:r>
              <a:endParaRPr lang="ru-RU" sz="2000" dirty="0"/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4498E20C-6E1A-7F3E-7B33-0743EC3A830F}"/>
              </a:ext>
            </a:extLst>
          </p:cNvPr>
          <p:cNvGrpSpPr/>
          <p:nvPr/>
        </p:nvGrpSpPr>
        <p:grpSpPr>
          <a:xfrm>
            <a:off x="5418037" y="4575721"/>
            <a:ext cx="734206" cy="588839"/>
            <a:chOff x="1596168" y="1993597"/>
            <a:chExt cx="734206" cy="588839"/>
          </a:xfrm>
        </p:grpSpPr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3B8418FB-526F-7BC1-9828-F1174FA9F6D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DE46E6C-2850-E3A6-8787-E0ACAA1BC1D2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0.132</a:t>
              </a:r>
              <a:endParaRPr lang="ru-RU" sz="2000" dirty="0"/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EDE06099-E9E6-BE56-29B2-291E060D9322}"/>
              </a:ext>
            </a:extLst>
          </p:cNvPr>
          <p:cNvGrpSpPr/>
          <p:nvPr/>
        </p:nvGrpSpPr>
        <p:grpSpPr>
          <a:xfrm>
            <a:off x="6205959" y="4575721"/>
            <a:ext cx="734206" cy="588839"/>
            <a:chOff x="1596168" y="1993597"/>
            <a:chExt cx="734206" cy="588839"/>
          </a:xfrm>
        </p:grpSpPr>
        <p:sp>
          <p:nvSpPr>
            <p:cNvPr id="97" name="Овал 96">
              <a:extLst>
                <a:ext uri="{FF2B5EF4-FFF2-40B4-BE49-F238E27FC236}">
                  <a16:creationId xmlns:a16="http://schemas.microsoft.com/office/drawing/2014/main" id="{9A32EC3C-7710-069F-35BD-8B6982C2A0F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872A497-9090-D939-C926-EA6647892795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0.138</a:t>
              </a:r>
              <a:endParaRPr lang="ru-RU" sz="2000" dirty="0"/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B3B9D6FC-A4B8-A915-B7FD-B1E2C4018544}"/>
              </a:ext>
            </a:extLst>
          </p:cNvPr>
          <p:cNvGrpSpPr/>
          <p:nvPr/>
        </p:nvGrpSpPr>
        <p:grpSpPr>
          <a:xfrm>
            <a:off x="7020951" y="4575721"/>
            <a:ext cx="734206" cy="588839"/>
            <a:chOff x="1596168" y="1993597"/>
            <a:chExt cx="734206" cy="588839"/>
          </a:xfrm>
        </p:grpSpPr>
        <p:sp>
          <p:nvSpPr>
            <p:cNvPr id="100" name="Овал 99">
              <a:extLst>
                <a:ext uri="{FF2B5EF4-FFF2-40B4-BE49-F238E27FC236}">
                  <a16:creationId xmlns:a16="http://schemas.microsoft.com/office/drawing/2014/main" id="{9E408E7B-C198-A57F-C74F-2DBCB11FA6F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5D16AF61-C021-F00B-5184-A00B397E1CDC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0.144</a:t>
              </a:r>
              <a:endParaRPr lang="ru-RU" sz="2000" dirty="0"/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637BE0FF-28A5-1B3F-1DBA-F538B734ACAB}"/>
              </a:ext>
            </a:extLst>
          </p:cNvPr>
          <p:cNvGrpSpPr/>
          <p:nvPr/>
        </p:nvGrpSpPr>
        <p:grpSpPr>
          <a:xfrm>
            <a:off x="282155" y="5481504"/>
            <a:ext cx="8279917" cy="789493"/>
            <a:chOff x="350330" y="2037442"/>
            <a:chExt cx="5607696" cy="534696"/>
          </a:xfrm>
        </p:grpSpPr>
        <p:grpSp>
          <p:nvGrpSpPr>
            <p:cNvPr id="103" name="Группа 102">
              <a:extLst>
                <a:ext uri="{FF2B5EF4-FFF2-40B4-BE49-F238E27FC236}">
                  <a16:creationId xmlns:a16="http://schemas.microsoft.com/office/drawing/2014/main" id="{D78D3328-C0F8-F783-E05A-6E5E234DB3D0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06" name="Прямая соединительная линия 105">
                <a:extLst>
                  <a:ext uri="{FF2B5EF4-FFF2-40B4-BE49-F238E27FC236}">
                    <a16:creationId xmlns:a16="http://schemas.microsoft.com/office/drawing/2014/main" id="{06D17EFA-2CEA-DA1C-0993-262A8AD8684D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Прямая соединительная линия 106">
                <a:extLst>
                  <a:ext uri="{FF2B5EF4-FFF2-40B4-BE49-F238E27FC236}">
                    <a16:creationId xmlns:a16="http://schemas.microsoft.com/office/drawing/2014/main" id="{293C976C-7FF5-4773-DACF-3E8F096BE0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Прямая соединительная линия 107">
                <a:extLst>
                  <a:ext uri="{FF2B5EF4-FFF2-40B4-BE49-F238E27FC236}">
                    <a16:creationId xmlns:a16="http://schemas.microsoft.com/office/drawing/2014/main" id="{1E36056A-AA7B-C257-2CD4-CC92293F2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9B58ED6-0FA8-9AFB-2602-391B3B5CA247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F78E340-0925-E9AF-DE79-CF95995CFB66}"/>
                </a:ext>
              </a:extLst>
            </p:cNvPr>
            <p:cNvSpPr txBox="1"/>
            <p:nvPr/>
          </p:nvSpPr>
          <p:spPr>
            <a:xfrm>
              <a:off x="5447550" y="2037442"/>
              <a:ext cx="510476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0.108</a:t>
              </a:r>
              <a:endParaRPr lang="ru-RU" sz="2000" dirty="0"/>
            </a:p>
          </p:txBody>
        </p:sp>
      </p:grpSp>
      <p:grpSp>
        <p:nvGrpSpPr>
          <p:cNvPr id="109" name="Группа 108">
            <a:extLst>
              <a:ext uri="{FF2B5EF4-FFF2-40B4-BE49-F238E27FC236}">
                <a16:creationId xmlns:a16="http://schemas.microsoft.com/office/drawing/2014/main" id="{4E951D37-4FB2-A7B3-CD65-6600E13B302C}"/>
              </a:ext>
            </a:extLst>
          </p:cNvPr>
          <p:cNvGrpSpPr/>
          <p:nvPr/>
        </p:nvGrpSpPr>
        <p:grpSpPr>
          <a:xfrm>
            <a:off x="3727858" y="5566026"/>
            <a:ext cx="734206" cy="588839"/>
            <a:chOff x="1596168" y="1993597"/>
            <a:chExt cx="734206" cy="588839"/>
          </a:xfrm>
        </p:grpSpPr>
        <p:sp>
          <p:nvSpPr>
            <p:cNvPr id="110" name="Овал 109">
              <a:extLst>
                <a:ext uri="{FF2B5EF4-FFF2-40B4-BE49-F238E27FC236}">
                  <a16:creationId xmlns:a16="http://schemas.microsoft.com/office/drawing/2014/main" id="{47E45F20-BCF7-2AFD-3814-E4AFCC2C6EE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19E9239-68C7-C13B-0F15-3698035124F0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0.099</a:t>
              </a:r>
              <a:endParaRPr lang="ru-RU" sz="2000" dirty="0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1DB7F79C-4CE0-9BA1-8107-E49EB0C9EA3E}"/>
              </a:ext>
            </a:extLst>
          </p:cNvPr>
          <p:cNvSpPr txBox="1"/>
          <p:nvPr/>
        </p:nvSpPr>
        <p:spPr>
          <a:xfrm>
            <a:off x="1317323" y="6073857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DFF07D5-D22D-9A97-ABC2-0C76DC053F70}"/>
              </a:ext>
            </a:extLst>
          </p:cNvPr>
          <p:cNvSpPr txBox="1"/>
          <p:nvPr/>
        </p:nvSpPr>
        <p:spPr>
          <a:xfrm>
            <a:off x="3135893" y="6088039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3B0E308-F89C-81D4-93A4-713A4B570176}"/>
              </a:ext>
            </a:extLst>
          </p:cNvPr>
          <p:cNvSpPr txBox="1"/>
          <p:nvPr/>
        </p:nvSpPr>
        <p:spPr>
          <a:xfrm>
            <a:off x="4273605" y="6126664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C3BAD45-A36D-740B-F3FD-8A8621924AA1}"/>
              </a:ext>
            </a:extLst>
          </p:cNvPr>
          <p:cNvSpPr txBox="1"/>
          <p:nvPr/>
        </p:nvSpPr>
        <p:spPr>
          <a:xfrm>
            <a:off x="5090622" y="6129161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3F565AF-A50F-FA7D-05FF-E0590F814325}"/>
              </a:ext>
            </a:extLst>
          </p:cNvPr>
          <p:cNvSpPr txBox="1"/>
          <p:nvPr/>
        </p:nvSpPr>
        <p:spPr>
          <a:xfrm>
            <a:off x="5929680" y="6126664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80B2F93-C19F-C8D5-A62D-4F8F7E2AEB82}"/>
              </a:ext>
            </a:extLst>
          </p:cNvPr>
          <p:cNvSpPr txBox="1"/>
          <p:nvPr/>
        </p:nvSpPr>
        <p:spPr>
          <a:xfrm>
            <a:off x="6701047" y="6129526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231D6A9-2C1D-FD98-9581-39132F167804}"/>
              </a:ext>
            </a:extLst>
          </p:cNvPr>
          <p:cNvSpPr txBox="1"/>
          <p:nvPr/>
        </p:nvSpPr>
        <p:spPr>
          <a:xfrm>
            <a:off x="7508257" y="6145535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119" name="Группа 118">
            <a:extLst>
              <a:ext uri="{FF2B5EF4-FFF2-40B4-BE49-F238E27FC236}">
                <a16:creationId xmlns:a16="http://schemas.microsoft.com/office/drawing/2014/main" id="{912B3F1A-7AD8-8024-2CC9-5F9BABD98F64}"/>
              </a:ext>
            </a:extLst>
          </p:cNvPr>
          <p:cNvGrpSpPr/>
          <p:nvPr/>
        </p:nvGrpSpPr>
        <p:grpSpPr>
          <a:xfrm>
            <a:off x="2164462" y="5566026"/>
            <a:ext cx="997251" cy="588839"/>
            <a:chOff x="1419466" y="1993597"/>
            <a:chExt cx="997251" cy="588839"/>
          </a:xfrm>
        </p:grpSpPr>
        <p:sp>
          <p:nvSpPr>
            <p:cNvPr id="120" name="Овал 119">
              <a:extLst>
                <a:ext uri="{FF2B5EF4-FFF2-40B4-BE49-F238E27FC236}">
                  <a16:creationId xmlns:a16="http://schemas.microsoft.com/office/drawing/2014/main" id="{A43026A8-8107-C732-CAC4-130AA18A082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B2600DB-FDD5-C411-49C4-20D5A2EB749F}"/>
                </a:ext>
              </a:extLst>
            </p:cNvPr>
            <p:cNvSpPr txBox="1"/>
            <p:nvPr/>
          </p:nvSpPr>
          <p:spPr>
            <a:xfrm>
              <a:off x="1419466" y="1993597"/>
              <a:ext cx="9972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A4449DCB-CCDF-5635-5E3F-EFBA142CF835}"/>
              </a:ext>
            </a:extLst>
          </p:cNvPr>
          <p:cNvGrpSpPr/>
          <p:nvPr/>
        </p:nvGrpSpPr>
        <p:grpSpPr>
          <a:xfrm>
            <a:off x="4532700" y="5556695"/>
            <a:ext cx="834663" cy="588840"/>
            <a:chOff x="1515211" y="1993596"/>
            <a:chExt cx="834663" cy="588840"/>
          </a:xfrm>
        </p:grpSpPr>
        <p:sp>
          <p:nvSpPr>
            <p:cNvPr id="123" name="Овал 122">
              <a:extLst>
                <a:ext uri="{FF2B5EF4-FFF2-40B4-BE49-F238E27FC236}">
                  <a16:creationId xmlns:a16="http://schemas.microsoft.com/office/drawing/2014/main" id="{8A278E0C-7F12-D981-C0CA-D63E9B0C8F1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85FBBF0-475E-BECA-5B3B-EE9EE55AC3F5}"/>
                </a:ext>
              </a:extLst>
            </p:cNvPr>
            <p:cNvSpPr txBox="1"/>
            <p:nvPr/>
          </p:nvSpPr>
          <p:spPr>
            <a:xfrm>
              <a:off x="1515211" y="1993596"/>
              <a:ext cx="8346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0.1008</a:t>
              </a:r>
              <a:endParaRPr lang="ru-RU" sz="2000" dirty="0"/>
            </a:p>
          </p:txBody>
        </p:sp>
      </p:grpSp>
      <p:grpSp>
        <p:nvGrpSpPr>
          <p:cNvPr id="125" name="Группа 124">
            <a:extLst>
              <a:ext uri="{FF2B5EF4-FFF2-40B4-BE49-F238E27FC236}">
                <a16:creationId xmlns:a16="http://schemas.microsoft.com/office/drawing/2014/main" id="{84C202E3-07C2-6646-3489-049AE161D091}"/>
              </a:ext>
            </a:extLst>
          </p:cNvPr>
          <p:cNvGrpSpPr/>
          <p:nvPr/>
        </p:nvGrpSpPr>
        <p:grpSpPr>
          <a:xfrm>
            <a:off x="5369356" y="5566026"/>
            <a:ext cx="806258" cy="588839"/>
            <a:chOff x="1547487" y="1993597"/>
            <a:chExt cx="806258" cy="588839"/>
          </a:xfrm>
        </p:grpSpPr>
        <p:sp>
          <p:nvSpPr>
            <p:cNvPr id="126" name="Овал 125">
              <a:extLst>
                <a:ext uri="{FF2B5EF4-FFF2-40B4-BE49-F238E27FC236}">
                  <a16:creationId xmlns:a16="http://schemas.microsoft.com/office/drawing/2014/main" id="{A095A9AD-3227-A925-A84F-3B1247823DDA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5386494-14D7-0838-6E83-BA23B84A85AB}"/>
                </a:ext>
              </a:extLst>
            </p:cNvPr>
            <p:cNvSpPr txBox="1"/>
            <p:nvPr/>
          </p:nvSpPr>
          <p:spPr>
            <a:xfrm>
              <a:off x="1547487" y="1993597"/>
              <a:ext cx="80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0.1026</a:t>
              </a:r>
              <a:endParaRPr lang="ru-RU" sz="2000" dirty="0"/>
            </a:p>
          </p:txBody>
        </p:sp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F7AA0096-1E2F-095E-49B9-FF720ED45C4B}"/>
              </a:ext>
            </a:extLst>
          </p:cNvPr>
          <p:cNvGrpSpPr/>
          <p:nvPr/>
        </p:nvGrpSpPr>
        <p:grpSpPr>
          <a:xfrm>
            <a:off x="6117344" y="5572846"/>
            <a:ext cx="850383" cy="582019"/>
            <a:chOff x="1507553" y="2000417"/>
            <a:chExt cx="850383" cy="582019"/>
          </a:xfrm>
        </p:grpSpPr>
        <p:sp>
          <p:nvSpPr>
            <p:cNvPr id="129" name="Овал 128">
              <a:extLst>
                <a:ext uri="{FF2B5EF4-FFF2-40B4-BE49-F238E27FC236}">
                  <a16:creationId xmlns:a16="http://schemas.microsoft.com/office/drawing/2014/main" id="{C01F7CCB-B6EE-1802-E303-1A6F1F9E492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9C09397-BEBC-11EA-87C3-5E4DAF6C39D4}"/>
                </a:ext>
              </a:extLst>
            </p:cNvPr>
            <p:cNvSpPr txBox="1"/>
            <p:nvPr/>
          </p:nvSpPr>
          <p:spPr>
            <a:xfrm>
              <a:off x="1507553" y="2000417"/>
              <a:ext cx="850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0.1044</a:t>
              </a:r>
              <a:endParaRPr lang="ru-RU" sz="2000" dirty="0"/>
            </a:p>
          </p:txBody>
        </p:sp>
      </p:grpSp>
      <p:grpSp>
        <p:nvGrpSpPr>
          <p:cNvPr id="131" name="Группа 130">
            <a:extLst>
              <a:ext uri="{FF2B5EF4-FFF2-40B4-BE49-F238E27FC236}">
                <a16:creationId xmlns:a16="http://schemas.microsoft.com/office/drawing/2014/main" id="{EF6D1966-E594-0DCC-BDBC-F2C5D9671C2D}"/>
              </a:ext>
            </a:extLst>
          </p:cNvPr>
          <p:cNvGrpSpPr/>
          <p:nvPr/>
        </p:nvGrpSpPr>
        <p:grpSpPr>
          <a:xfrm>
            <a:off x="6982095" y="5566026"/>
            <a:ext cx="806258" cy="588839"/>
            <a:chOff x="1557312" y="1993597"/>
            <a:chExt cx="806258" cy="588839"/>
          </a:xfrm>
        </p:grpSpPr>
        <p:sp>
          <p:nvSpPr>
            <p:cNvPr id="132" name="Овал 131">
              <a:extLst>
                <a:ext uri="{FF2B5EF4-FFF2-40B4-BE49-F238E27FC236}">
                  <a16:creationId xmlns:a16="http://schemas.microsoft.com/office/drawing/2014/main" id="{F08B9606-350A-9DEA-E47B-864F93F8013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41D0FB3-6B31-BB43-0CBF-8A96A0AF1A37}"/>
                </a:ext>
              </a:extLst>
            </p:cNvPr>
            <p:cNvSpPr txBox="1"/>
            <p:nvPr/>
          </p:nvSpPr>
          <p:spPr>
            <a:xfrm>
              <a:off x="1557312" y="1993597"/>
              <a:ext cx="80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0.1062</a:t>
              </a:r>
              <a:endParaRPr lang="ru-RU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60805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CEA74-91B2-F8DC-ED12-60C2807B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Лирическое отступление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ACC66-09C6-BC28-69D0-E998B286091E}"/>
              </a:ext>
            </a:extLst>
          </p:cNvPr>
          <p:cNvSpPr txBox="1"/>
          <p:nvPr/>
        </p:nvSpPr>
        <p:spPr>
          <a:xfrm>
            <a:off x="9345818" y="2076910"/>
            <a:ext cx="248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ПЕППЕРОНИ</a:t>
            </a:r>
            <a:endParaRPr lang="ru-RU" sz="2400" b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9EC07EC-96B9-7497-7BE2-D15548631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693271"/>
              </p:ext>
            </p:extLst>
          </p:nvPr>
        </p:nvGraphicFramePr>
        <p:xfrm>
          <a:off x="8907626" y="2862264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sp>
        <p:nvSpPr>
          <p:cNvPr id="32" name="Стрелка: вниз 31">
            <a:extLst>
              <a:ext uri="{FF2B5EF4-FFF2-40B4-BE49-F238E27FC236}">
                <a16:creationId xmlns:a16="http://schemas.microsoft.com/office/drawing/2014/main" id="{00CCBC13-C590-56EB-7576-FB7C4AAF6998}"/>
              </a:ext>
            </a:extLst>
          </p:cNvPr>
          <p:cNvSpPr/>
          <p:nvPr/>
        </p:nvSpPr>
        <p:spPr>
          <a:xfrm>
            <a:off x="10278331" y="1911395"/>
            <a:ext cx="121920" cy="273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637BE0FF-28A5-1B3F-1DBA-F538B734ACAB}"/>
              </a:ext>
            </a:extLst>
          </p:cNvPr>
          <p:cNvGrpSpPr/>
          <p:nvPr/>
        </p:nvGrpSpPr>
        <p:grpSpPr>
          <a:xfrm>
            <a:off x="282155" y="1911395"/>
            <a:ext cx="8279917" cy="789493"/>
            <a:chOff x="350330" y="2037442"/>
            <a:chExt cx="5607696" cy="534696"/>
          </a:xfrm>
        </p:grpSpPr>
        <p:grpSp>
          <p:nvGrpSpPr>
            <p:cNvPr id="103" name="Группа 102">
              <a:extLst>
                <a:ext uri="{FF2B5EF4-FFF2-40B4-BE49-F238E27FC236}">
                  <a16:creationId xmlns:a16="http://schemas.microsoft.com/office/drawing/2014/main" id="{D78D3328-C0F8-F783-E05A-6E5E234DB3D0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06" name="Прямая соединительная линия 105">
                <a:extLst>
                  <a:ext uri="{FF2B5EF4-FFF2-40B4-BE49-F238E27FC236}">
                    <a16:creationId xmlns:a16="http://schemas.microsoft.com/office/drawing/2014/main" id="{06D17EFA-2CEA-DA1C-0993-262A8AD8684D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Прямая соединительная линия 106">
                <a:extLst>
                  <a:ext uri="{FF2B5EF4-FFF2-40B4-BE49-F238E27FC236}">
                    <a16:creationId xmlns:a16="http://schemas.microsoft.com/office/drawing/2014/main" id="{293C976C-7FF5-4773-DACF-3E8F096BE0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Прямая соединительная линия 107">
                <a:extLst>
                  <a:ext uri="{FF2B5EF4-FFF2-40B4-BE49-F238E27FC236}">
                    <a16:creationId xmlns:a16="http://schemas.microsoft.com/office/drawing/2014/main" id="{1E36056A-AA7B-C257-2CD4-CC92293F27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9B58ED6-0FA8-9AFB-2602-391B3B5CA247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FF78E340-0925-E9AF-DE79-CF95995CFB66}"/>
                </a:ext>
              </a:extLst>
            </p:cNvPr>
            <p:cNvSpPr txBox="1"/>
            <p:nvPr/>
          </p:nvSpPr>
          <p:spPr>
            <a:xfrm>
              <a:off x="5447550" y="2037442"/>
              <a:ext cx="510476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0.108</a:t>
              </a:r>
              <a:endParaRPr lang="ru-RU" sz="2000" dirty="0"/>
            </a:p>
          </p:txBody>
        </p:sp>
      </p:grpSp>
      <p:grpSp>
        <p:nvGrpSpPr>
          <p:cNvPr id="109" name="Группа 108">
            <a:extLst>
              <a:ext uri="{FF2B5EF4-FFF2-40B4-BE49-F238E27FC236}">
                <a16:creationId xmlns:a16="http://schemas.microsoft.com/office/drawing/2014/main" id="{4E951D37-4FB2-A7B3-CD65-6600E13B302C}"/>
              </a:ext>
            </a:extLst>
          </p:cNvPr>
          <p:cNvGrpSpPr/>
          <p:nvPr/>
        </p:nvGrpSpPr>
        <p:grpSpPr>
          <a:xfrm>
            <a:off x="3727858" y="1995917"/>
            <a:ext cx="734206" cy="588839"/>
            <a:chOff x="1596168" y="1993597"/>
            <a:chExt cx="734206" cy="588839"/>
          </a:xfrm>
        </p:grpSpPr>
        <p:sp>
          <p:nvSpPr>
            <p:cNvPr id="110" name="Овал 109">
              <a:extLst>
                <a:ext uri="{FF2B5EF4-FFF2-40B4-BE49-F238E27FC236}">
                  <a16:creationId xmlns:a16="http://schemas.microsoft.com/office/drawing/2014/main" id="{47E45F20-BCF7-2AFD-3814-E4AFCC2C6EE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19E9239-68C7-C13B-0F15-3698035124F0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0.099</a:t>
              </a:r>
              <a:endParaRPr lang="ru-RU" sz="2000" dirty="0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1DB7F79C-4CE0-9BA1-8107-E49EB0C9EA3E}"/>
              </a:ext>
            </a:extLst>
          </p:cNvPr>
          <p:cNvSpPr txBox="1"/>
          <p:nvPr/>
        </p:nvSpPr>
        <p:spPr>
          <a:xfrm>
            <a:off x="1317323" y="2503748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DFF07D5-D22D-9A97-ABC2-0C76DC053F70}"/>
              </a:ext>
            </a:extLst>
          </p:cNvPr>
          <p:cNvSpPr txBox="1"/>
          <p:nvPr/>
        </p:nvSpPr>
        <p:spPr>
          <a:xfrm>
            <a:off x="3135893" y="2517930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3B0E308-F89C-81D4-93A4-713A4B570176}"/>
              </a:ext>
            </a:extLst>
          </p:cNvPr>
          <p:cNvSpPr txBox="1"/>
          <p:nvPr/>
        </p:nvSpPr>
        <p:spPr>
          <a:xfrm>
            <a:off x="4273605" y="2556555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C3BAD45-A36D-740B-F3FD-8A8621924AA1}"/>
              </a:ext>
            </a:extLst>
          </p:cNvPr>
          <p:cNvSpPr txBox="1"/>
          <p:nvPr/>
        </p:nvSpPr>
        <p:spPr>
          <a:xfrm>
            <a:off x="5090622" y="2559052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3F565AF-A50F-FA7D-05FF-E0590F814325}"/>
              </a:ext>
            </a:extLst>
          </p:cNvPr>
          <p:cNvSpPr txBox="1"/>
          <p:nvPr/>
        </p:nvSpPr>
        <p:spPr>
          <a:xfrm>
            <a:off x="5929680" y="2556555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80B2F93-C19F-C8D5-A62D-4F8F7E2AEB82}"/>
              </a:ext>
            </a:extLst>
          </p:cNvPr>
          <p:cNvSpPr txBox="1"/>
          <p:nvPr/>
        </p:nvSpPr>
        <p:spPr>
          <a:xfrm>
            <a:off x="6701047" y="2559417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231D6A9-2C1D-FD98-9581-39132F167804}"/>
              </a:ext>
            </a:extLst>
          </p:cNvPr>
          <p:cNvSpPr txBox="1"/>
          <p:nvPr/>
        </p:nvSpPr>
        <p:spPr>
          <a:xfrm>
            <a:off x="7508257" y="2575426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119" name="Группа 118">
            <a:extLst>
              <a:ext uri="{FF2B5EF4-FFF2-40B4-BE49-F238E27FC236}">
                <a16:creationId xmlns:a16="http://schemas.microsoft.com/office/drawing/2014/main" id="{912B3F1A-7AD8-8024-2CC9-5F9BABD98F64}"/>
              </a:ext>
            </a:extLst>
          </p:cNvPr>
          <p:cNvGrpSpPr/>
          <p:nvPr/>
        </p:nvGrpSpPr>
        <p:grpSpPr>
          <a:xfrm>
            <a:off x="2164462" y="1995917"/>
            <a:ext cx="997251" cy="588839"/>
            <a:chOff x="1419466" y="1993597"/>
            <a:chExt cx="997251" cy="588839"/>
          </a:xfrm>
        </p:grpSpPr>
        <p:sp>
          <p:nvSpPr>
            <p:cNvPr id="120" name="Овал 119">
              <a:extLst>
                <a:ext uri="{FF2B5EF4-FFF2-40B4-BE49-F238E27FC236}">
                  <a16:creationId xmlns:a16="http://schemas.microsoft.com/office/drawing/2014/main" id="{A43026A8-8107-C732-CAC4-130AA18A082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B2600DB-FDD5-C411-49C4-20D5A2EB749F}"/>
                </a:ext>
              </a:extLst>
            </p:cNvPr>
            <p:cNvSpPr txBox="1"/>
            <p:nvPr/>
          </p:nvSpPr>
          <p:spPr>
            <a:xfrm>
              <a:off x="1419466" y="1993597"/>
              <a:ext cx="9972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A4449DCB-CCDF-5635-5E3F-EFBA142CF835}"/>
              </a:ext>
            </a:extLst>
          </p:cNvPr>
          <p:cNvGrpSpPr/>
          <p:nvPr/>
        </p:nvGrpSpPr>
        <p:grpSpPr>
          <a:xfrm>
            <a:off x="4532700" y="1986586"/>
            <a:ext cx="834663" cy="588840"/>
            <a:chOff x="1515211" y="1993596"/>
            <a:chExt cx="834663" cy="588840"/>
          </a:xfrm>
        </p:grpSpPr>
        <p:sp>
          <p:nvSpPr>
            <p:cNvPr id="123" name="Овал 122">
              <a:extLst>
                <a:ext uri="{FF2B5EF4-FFF2-40B4-BE49-F238E27FC236}">
                  <a16:creationId xmlns:a16="http://schemas.microsoft.com/office/drawing/2014/main" id="{8A278E0C-7F12-D981-C0CA-D63E9B0C8F1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85FBBF0-475E-BECA-5B3B-EE9EE55AC3F5}"/>
                </a:ext>
              </a:extLst>
            </p:cNvPr>
            <p:cNvSpPr txBox="1"/>
            <p:nvPr/>
          </p:nvSpPr>
          <p:spPr>
            <a:xfrm>
              <a:off x="1515211" y="1993596"/>
              <a:ext cx="8346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0.1008</a:t>
              </a:r>
              <a:endParaRPr lang="ru-RU" sz="2000" dirty="0"/>
            </a:p>
          </p:txBody>
        </p:sp>
      </p:grpSp>
      <p:grpSp>
        <p:nvGrpSpPr>
          <p:cNvPr id="125" name="Группа 124">
            <a:extLst>
              <a:ext uri="{FF2B5EF4-FFF2-40B4-BE49-F238E27FC236}">
                <a16:creationId xmlns:a16="http://schemas.microsoft.com/office/drawing/2014/main" id="{84C202E3-07C2-6646-3489-049AE161D091}"/>
              </a:ext>
            </a:extLst>
          </p:cNvPr>
          <p:cNvGrpSpPr/>
          <p:nvPr/>
        </p:nvGrpSpPr>
        <p:grpSpPr>
          <a:xfrm>
            <a:off x="5369356" y="1995917"/>
            <a:ext cx="806258" cy="588839"/>
            <a:chOff x="1547487" y="1993597"/>
            <a:chExt cx="806258" cy="588839"/>
          </a:xfrm>
        </p:grpSpPr>
        <p:sp>
          <p:nvSpPr>
            <p:cNvPr id="126" name="Овал 125">
              <a:extLst>
                <a:ext uri="{FF2B5EF4-FFF2-40B4-BE49-F238E27FC236}">
                  <a16:creationId xmlns:a16="http://schemas.microsoft.com/office/drawing/2014/main" id="{A095A9AD-3227-A925-A84F-3B1247823DDA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5386494-14D7-0838-6E83-BA23B84A85AB}"/>
                </a:ext>
              </a:extLst>
            </p:cNvPr>
            <p:cNvSpPr txBox="1"/>
            <p:nvPr/>
          </p:nvSpPr>
          <p:spPr>
            <a:xfrm>
              <a:off x="1547487" y="1993597"/>
              <a:ext cx="80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0.1026</a:t>
              </a:r>
              <a:endParaRPr lang="ru-RU" sz="2000" dirty="0"/>
            </a:p>
          </p:txBody>
        </p:sp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F7AA0096-1E2F-095E-49B9-FF720ED45C4B}"/>
              </a:ext>
            </a:extLst>
          </p:cNvPr>
          <p:cNvGrpSpPr/>
          <p:nvPr/>
        </p:nvGrpSpPr>
        <p:grpSpPr>
          <a:xfrm>
            <a:off x="6117344" y="2002737"/>
            <a:ext cx="850383" cy="582019"/>
            <a:chOff x="1507553" y="2000417"/>
            <a:chExt cx="850383" cy="582019"/>
          </a:xfrm>
        </p:grpSpPr>
        <p:sp>
          <p:nvSpPr>
            <p:cNvPr id="129" name="Овал 128">
              <a:extLst>
                <a:ext uri="{FF2B5EF4-FFF2-40B4-BE49-F238E27FC236}">
                  <a16:creationId xmlns:a16="http://schemas.microsoft.com/office/drawing/2014/main" id="{C01F7CCB-B6EE-1802-E303-1A6F1F9E492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9C09397-BEBC-11EA-87C3-5E4DAF6C39D4}"/>
                </a:ext>
              </a:extLst>
            </p:cNvPr>
            <p:cNvSpPr txBox="1"/>
            <p:nvPr/>
          </p:nvSpPr>
          <p:spPr>
            <a:xfrm>
              <a:off x="1507553" y="2000417"/>
              <a:ext cx="850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0.1044</a:t>
              </a:r>
              <a:endParaRPr lang="ru-RU" sz="2000" dirty="0"/>
            </a:p>
          </p:txBody>
        </p:sp>
      </p:grpSp>
      <p:grpSp>
        <p:nvGrpSpPr>
          <p:cNvPr id="131" name="Группа 130">
            <a:extLst>
              <a:ext uri="{FF2B5EF4-FFF2-40B4-BE49-F238E27FC236}">
                <a16:creationId xmlns:a16="http://schemas.microsoft.com/office/drawing/2014/main" id="{EF6D1966-E594-0DCC-BDBC-F2C5D9671C2D}"/>
              </a:ext>
            </a:extLst>
          </p:cNvPr>
          <p:cNvGrpSpPr/>
          <p:nvPr/>
        </p:nvGrpSpPr>
        <p:grpSpPr>
          <a:xfrm>
            <a:off x="6982095" y="1995917"/>
            <a:ext cx="806258" cy="588839"/>
            <a:chOff x="1557312" y="1993597"/>
            <a:chExt cx="806258" cy="588839"/>
          </a:xfrm>
        </p:grpSpPr>
        <p:sp>
          <p:nvSpPr>
            <p:cNvPr id="132" name="Овал 131">
              <a:extLst>
                <a:ext uri="{FF2B5EF4-FFF2-40B4-BE49-F238E27FC236}">
                  <a16:creationId xmlns:a16="http://schemas.microsoft.com/office/drawing/2014/main" id="{F08B9606-350A-9DEA-E47B-864F93F8013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41D0FB3-6B31-BB43-0CBF-8A96A0AF1A37}"/>
                </a:ext>
              </a:extLst>
            </p:cNvPr>
            <p:cNvSpPr txBox="1"/>
            <p:nvPr/>
          </p:nvSpPr>
          <p:spPr>
            <a:xfrm>
              <a:off x="1557312" y="1993597"/>
              <a:ext cx="80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0.1062</a:t>
              </a:r>
              <a:endParaRPr lang="ru-RU" sz="2000" dirty="0"/>
            </a:p>
          </p:txBody>
        </p:sp>
      </p:grpSp>
      <p:grpSp>
        <p:nvGrpSpPr>
          <p:cNvPr id="134" name="Группа 133">
            <a:extLst>
              <a:ext uri="{FF2B5EF4-FFF2-40B4-BE49-F238E27FC236}">
                <a16:creationId xmlns:a16="http://schemas.microsoft.com/office/drawing/2014/main" id="{1FFA7000-27C3-7B05-2763-255B5DD2638C}"/>
              </a:ext>
            </a:extLst>
          </p:cNvPr>
          <p:cNvGrpSpPr/>
          <p:nvPr/>
        </p:nvGrpSpPr>
        <p:grpSpPr>
          <a:xfrm>
            <a:off x="282155" y="3001526"/>
            <a:ext cx="8388170" cy="779265"/>
            <a:chOff x="350330" y="2044369"/>
            <a:chExt cx="5681012" cy="527769"/>
          </a:xfrm>
        </p:grpSpPr>
        <p:grpSp>
          <p:nvGrpSpPr>
            <p:cNvPr id="135" name="Группа 134">
              <a:extLst>
                <a:ext uri="{FF2B5EF4-FFF2-40B4-BE49-F238E27FC236}">
                  <a16:creationId xmlns:a16="http://schemas.microsoft.com/office/drawing/2014/main" id="{BBBAB692-B520-8B1E-F034-E29C5708A566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38" name="Прямая соединительная линия 137">
                <a:extLst>
                  <a:ext uri="{FF2B5EF4-FFF2-40B4-BE49-F238E27FC236}">
                    <a16:creationId xmlns:a16="http://schemas.microsoft.com/office/drawing/2014/main" id="{CC0AED72-3697-26D9-61E8-410D6A840730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Прямая соединительная линия 138">
                <a:extLst>
                  <a:ext uri="{FF2B5EF4-FFF2-40B4-BE49-F238E27FC236}">
                    <a16:creationId xmlns:a16="http://schemas.microsoft.com/office/drawing/2014/main" id="{7289282A-320F-973E-C6B3-04319F303A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Прямая соединительная линия 139">
                <a:extLst>
                  <a:ext uri="{FF2B5EF4-FFF2-40B4-BE49-F238E27FC236}">
                    <a16:creationId xmlns:a16="http://schemas.microsoft.com/office/drawing/2014/main" id="{1EBB7922-6EEC-ECF9-5CB2-EDD0499215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700E8FB-94AD-EBD6-DE31-A91F608062D3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1E5F593-ABDE-7D52-EA7E-10CE1FC04D04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41" name="Группа 140">
            <a:extLst>
              <a:ext uri="{FF2B5EF4-FFF2-40B4-BE49-F238E27FC236}">
                <a16:creationId xmlns:a16="http://schemas.microsoft.com/office/drawing/2014/main" id="{8E553D4E-5BFC-EC31-D1E1-BADCEB6661C5}"/>
              </a:ext>
            </a:extLst>
          </p:cNvPr>
          <p:cNvGrpSpPr/>
          <p:nvPr/>
        </p:nvGrpSpPr>
        <p:grpSpPr>
          <a:xfrm>
            <a:off x="3727858" y="3075820"/>
            <a:ext cx="734206" cy="588839"/>
            <a:chOff x="1596168" y="1993597"/>
            <a:chExt cx="734206" cy="588839"/>
          </a:xfrm>
        </p:grpSpPr>
        <p:sp>
          <p:nvSpPr>
            <p:cNvPr id="142" name="Овал 141">
              <a:extLst>
                <a:ext uri="{FF2B5EF4-FFF2-40B4-BE49-F238E27FC236}">
                  <a16:creationId xmlns:a16="http://schemas.microsoft.com/office/drawing/2014/main" id="{6ECE0EB7-5B52-C334-EB21-863D22550F9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9B33CB8-F9F1-4264-8D70-AAC2FE307B4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?</a:t>
              </a:r>
              <a:endParaRPr lang="ru-RU" sz="2000" dirty="0"/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05B5661E-83FE-BE40-E1B1-F019B1513998}"/>
              </a:ext>
            </a:extLst>
          </p:cNvPr>
          <p:cNvSpPr txBox="1"/>
          <p:nvPr/>
        </p:nvSpPr>
        <p:spPr>
          <a:xfrm>
            <a:off x="1317323" y="3583651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95301BD-F0F2-F713-0142-A6EFF66B4692}"/>
              </a:ext>
            </a:extLst>
          </p:cNvPr>
          <p:cNvSpPr txBox="1"/>
          <p:nvPr/>
        </p:nvSpPr>
        <p:spPr>
          <a:xfrm>
            <a:off x="3135893" y="3597833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9584EA5-96D3-2376-83B9-6F13FF560864}"/>
              </a:ext>
            </a:extLst>
          </p:cNvPr>
          <p:cNvSpPr txBox="1"/>
          <p:nvPr/>
        </p:nvSpPr>
        <p:spPr>
          <a:xfrm>
            <a:off x="4273605" y="3636458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FE85813-7C81-8A90-97ED-58D3F9AC2B60}"/>
              </a:ext>
            </a:extLst>
          </p:cNvPr>
          <p:cNvSpPr txBox="1"/>
          <p:nvPr/>
        </p:nvSpPr>
        <p:spPr>
          <a:xfrm>
            <a:off x="5090622" y="3638955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0E458D1-3286-4749-0F8D-5C4A951DF2BB}"/>
              </a:ext>
            </a:extLst>
          </p:cNvPr>
          <p:cNvSpPr txBox="1"/>
          <p:nvPr/>
        </p:nvSpPr>
        <p:spPr>
          <a:xfrm>
            <a:off x="5929680" y="3636458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849F471-236C-9130-2384-19A1462C7BDE}"/>
              </a:ext>
            </a:extLst>
          </p:cNvPr>
          <p:cNvSpPr txBox="1"/>
          <p:nvPr/>
        </p:nvSpPr>
        <p:spPr>
          <a:xfrm>
            <a:off x="6701047" y="3639320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ECEE165-427F-25F7-7DD0-BF7991D463B8}"/>
              </a:ext>
            </a:extLst>
          </p:cNvPr>
          <p:cNvSpPr txBox="1"/>
          <p:nvPr/>
        </p:nvSpPr>
        <p:spPr>
          <a:xfrm>
            <a:off x="7508257" y="3655329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151" name="Группа 150">
            <a:extLst>
              <a:ext uri="{FF2B5EF4-FFF2-40B4-BE49-F238E27FC236}">
                <a16:creationId xmlns:a16="http://schemas.microsoft.com/office/drawing/2014/main" id="{4D64275A-2216-C1D8-EA61-B079A7D08A02}"/>
              </a:ext>
            </a:extLst>
          </p:cNvPr>
          <p:cNvGrpSpPr/>
          <p:nvPr/>
        </p:nvGrpSpPr>
        <p:grpSpPr>
          <a:xfrm>
            <a:off x="2164462" y="3075820"/>
            <a:ext cx="997251" cy="588839"/>
            <a:chOff x="1419466" y="1993597"/>
            <a:chExt cx="997251" cy="588839"/>
          </a:xfrm>
        </p:grpSpPr>
        <p:sp>
          <p:nvSpPr>
            <p:cNvPr id="152" name="Овал 151">
              <a:extLst>
                <a:ext uri="{FF2B5EF4-FFF2-40B4-BE49-F238E27FC236}">
                  <a16:creationId xmlns:a16="http://schemas.microsoft.com/office/drawing/2014/main" id="{89098F84-04D1-9682-5264-E57EEB0772C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9D98D01-239C-237B-23E9-EBF6F566A5EA}"/>
                </a:ext>
              </a:extLst>
            </p:cNvPr>
            <p:cNvSpPr txBox="1"/>
            <p:nvPr/>
          </p:nvSpPr>
          <p:spPr>
            <a:xfrm>
              <a:off x="1419466" y="1993597"/>
              <a:ext cx="9972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?</a:t>
              </a:r>
              <a:endParaRPr lang="ru-RU" sz="2000" dirty="0"/>
            </a:p>
          </p:txBody>
        </p:sp>
      </p:grpSp>
      <p:grpSp>
        <p:nvGrpSpPr>
          <p:cNvPr id="154" name="Группа 153">
            <a:extLst>
              <a:ext uri="{FF2B5EF4-FFF2-40B4-BE49-F238E27FC236}">
                <a16:creationId xmlns:a16="http://schemas.microsoft.com/office/drawing/2014/main" id="{E3E12228-30FE-2B1A-3C8E-640B917630FE}"/>
              </a:ext>
            </a:extLst>
          </p:cNvPr>
          <p:cNvGrpSpPr/>
          <p:nvPr/>
        </p:nvGrpSpPr>
        <p:grpSpPr>
          <a:xfrm>
            <a:off x="4532700" y="3066489"/>
            <a:ext cx="834663" cy="588840"/>
            <a:chOff x="1515211" y="1993596"/>
            <a:chExt cx="834663" cy="588840"/>
          </a:xfrm>
        </p:grpSpPr>
        <p:sp>
          <p:nvSpPr>
            <p:cNvPr id="155" name="Овал 154">
              <a:extLst>
                <a:ext uri="{FF2B5EF4-FFF2-40B4-BE49-F238E27FC236}">
                  <a16:creationId xmlns:a16="http://schemas.microsoft.com/office/drawing/2014/main" id="{6282CEAE-44FE-E73C-79A5-D0C651B5720B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C5F513A9-E826-69EF-DA14-BD299BA42037}"/>
                </a:ext>
              </a:extLst>
            </p:cNvPr>
            <p:cNvSpPr txBox="1"/>
            <p:nvPr/>
          </p:nvSpPr>
          <p:spPr>
            <a:xfrm>
              <a:off x="1515211" y="1993596"/>
              <a:ext cx="8346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?</a:t>
              </a:r>
              <a:endParaRPr lang="ru-RU" sz="2000" dirty="0"/>
            </a:p>
          </p:txBody>
        </p:sp>
      </p:grpSp>
      <p:grpSp>
        <p:nvGrpSpPr>
          <p:cNvPr id="157" name="Группа 156">
            <a:extLst>
              <a:ext uri="{FF2B5EF4-FFF2-40B4-BE49-F238E27FC236}">
                <a16:creationId xmlns:a16="http://schemas.microsoft.com/office/drawing/2014/main" id="{3A254368-8AD3-3445-508C-0F929B724218}"/>
              </a:ext>
            </a:extLst>
          </p:cNvPr>
          <p:cNvGrpSpPr/>
          <p:nvPr/>
        </p:nvGrpSpPr>
        <p:grpSpPr>
          <a:xfrm>
            <a:off x="5369356" y="3075820"/>
            <a:ext cx="806258" cy="588839"/>
            <a:chOff x="1547487" y="1993597"/>
            <a:chExt cx="806258" cy="588839"/>
          </a:xfrm>
        </p:grpSpPr>
        <p:sp>
          <p:nvSpPr>
            <p:cNvPr id="158" name="Овал 157">
              <a:extLst>
                <a:ext uri="{FF2B5EF4-FFF2-40B4-BE49-F238E27FC236}">
                  <a16:creationId xmlns:a16="http://schemas.microsoft.com/office/drawing/2014/main" id="{4794251D-78C3-DC49-9235-144E0C20301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D5644796-F6C2-D86C-9A49-D04AF4C24ED9}"/>
                </a:ext>
              </a:extLst>
            </p:cNvPr>
            <p:cNvSpPr txBox="1"/>
            <p:nvPr/>
          </p:nvSpPr>
          <p:spPr>
            <a:xfrm>
              <a:off x="1547487" y="1993597"/>
              <a:ext cx="80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?</a:t>
              </a:r>
              <a:endParaRPr lang="ru-RU" sz="2000" dirty="0"/>
            </a:p>
          </p:txBody>
        </p:sp>
      </p:grpSp>
      <p:grpSp>
        <p:nvGrpSpPr>
          <p:cNvPr id="160" name="Группа 159">
            <a:extLst>
              <a:ext uri="{FF2B5EF4-FFF2-40B4-BE49-F238E27FC236}">
                <a16:creationId xmlns:a16="http://schemas.microsoft.com/office/drawing/2014/main" id="{D8848070-A417-03F2-794F-4C5767945B37}"/>
              </a:ext>
            </a:extLst>
          </p:cNvPr>
          <p:cNvGrpSpPr/>
          <p:nvPr/>
        </p:nvGrpSpPr>
        <p:grpSpPr>
          <a:xfrm>
            <a:off x="6117344" y="3082640"/>
            <a:ext cx="850383" cy="582019"/>
            <a:chOff x="1507553" y="2000417"/>
            <a:chExt cx="850383" cy="582019"/>
          </a:xfrm>
        </p:grpSpPr>
        <p:sp>
          <p:nvSpPr>
            <p:cNvPr id="161" name="Овал 160">
              <a:extLst>
                <a:ext uri="{FF2B5EF4-FFF2-40B4-BE49-F238E27FC236}">
                  <a16:creationId xmlns:a16="http://schemas.microsoft.com/office/drawing/2014/main" id="{7CED1347-90CE-98DA-4C5C-6B9F9235FE2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94510FB-BDF1-5F94-A07F-57DE8A54D4D0}"/>
                </a:ext>
              </a:extLst>
            </p:cNvPr>
            <p:cNvSpPr txBox="1"/>
            <p:nvPr/>
          </p:nvSpPr>
          <p:spPr>
            <a:xfrm>
              <a:off x="1507553" y="2000417"/>
              <a:ext cx="850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?</a:t>
              </a:r>
              <a:endParaRPr lang="ru-RU" sz="2000" dirty="0"/>
            </a:p>
          </p:txBody>
        </p:sp>
      </p:grpSp>
      <p:grpSp>
        <p:nvGrpSpPr>
          <p:cNvPr id="163" name="Группа 162">
            <a:extLst>
              <a:ext uri="{FF2B5EF4-FFF2-40B4-BE49-F238E27FC236}">
                <a16:creationId xmlns:a16="http://schemas.microsoft.com/office/drawing/2014/main" id="{70EB8778-5F3F-EA03-5DA3-9FC2D6F04152}"/>
              </a:ext>
            </a:extLst>
          </p:cNvPr>
          <p:cNvGrpSpPr/>
          <p:nvPr/>
        </p:nvGrpSpPr>
        <p:grpSpPr>
          <a:xfrm>
            <a:off x="6982095" y="3075820"/>
            <a:ext cx="806258" cy="588839"/>
            <a:chOff x="1557312" y="1993597"/>
            <a:chExt cx="806258" cy="588839"/>
          </a:xfrm>
        </p:grpSpPr>
        <p:sp>
          <p:nvSpPr>
            <p:cNvPr id="164" name="Овал 163">
              <a:extLst>
                <a:ext uri="{FF2B5EF4-FFF2-40B4-BE49-F238E27FC236}">
                  <a16:creationId xmlns:a16="http://schemas.microsoft.com/office/drawing/2014/main" id="{3F35AE9B-C606-97D2-7F89-E202B10F092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9B8E571-5443-6139-42D9-D0729CC4E6F0}"/>
                </a:ext>
              </a:extLst>
            </p:cNvPr>
            <p:cNvSpPr txBox="1"/>
            <p:nvPr/>
          </p:nvSpPr>
          <p:spPr>
            <a:xfrm>
              <a:off x="1557312" y="1993597"/>
              <a:ext cx="80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?</a:t>
              </a:r>
              <a:endParaRPr lang="ru-RU" sz="2000" dirty="0"/>
            </a:p>
          </p:txBody>
        </p: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6CE6BAD0-5F1D-36D4-5321-9C5952997FC7}"/>
              </a:ext>
            </a:extLst>
          </p:cNvPr>
          <p:cNvSpPr txBox="1"/>
          <p:nvPr/>
        </p:nvSpPr>
        <p:spPr>
          <a:xfrm>
            <a:off x="372707" y="4414374"/>
            <a:ext cx="3199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HI</a:t>
            </a:r>
            <a:r>
              <a:rPr lang="en-US" sz="2000" baseline="-25000" dirty="0"/>
              <a:t>S</a:t>
            </a:r>
            <a:r>
              <a:rPr lang="en-US" sz="2000" dirty="0"/>
              <a:t> = LB + PS</a:t>
            </a:r>
            <a:r>
              <a:rPr lang="en-US" sz="2000" baseline="-25000" dirty="0"/>
              <a:t>CUR</a:t>
            </a:r>
            <a:r>
              <a:rPr lang="en-US" sz="2000" dirty="0"/>
              <a:t> * (HB - LB)</a:t>
            </a:r>
            <a:endParaRPr lang="ru-RU" sz="20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DA0E1A0-657E-7118-995F-B6244DB93E90}"/>
              </a:ext>
            </a:extLst>
          </p:cNvPr>
          <p:cNvSpPr txBox="1"/>
          <p:nvPr/>
        </p:nvSpPr>
        <p:spPr>
          <a:xfrm>
            <a:off x="388739" y="4118406"/>
            <a:ext cx="3167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LI</a:t>
            </a:r>
            <a:r>
              <a:rPr lang="en-US" sz="2000" baseline="-25000" dirty="0"/>
              <a:t>S</a:t>
            </a:r>
            <a:r>
              <a:rPr lang="en-US" sz="2000" dirty="0"/>
              <a:t> = LB + PS</a:t>
            </a:r>
            <a:r>
              <a:rPr lang="en-US" sz="2000" baseline="-25000" dirty="0"/>
              <a:t>PREV</a:t>
            </a:r>
            <a:r>
              <a:rPr lang="en-US" sz="2000" dirty="0"/>
              <a:t> * (HB - LB)</a:t>
            </a:r>
            <a:endParaRPr lang="ru-RU" sz="200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9B34268-0314-6CED-8DAC-21B35B03078B}"/>
              </a:ext>
            </a:extLst>
          </p:cNvPr>
          <p:cNvSpPr txBox="1"/>
          <p:nvPr/>
        </p:nvSpPr>
        <p:spPr>
          <a:xfrm>
            <a:off x="377457" y="4810136"/>
            <a:ext cx="672684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</a:t>
            </a:r>
            <a:r>
              <a:rPr lang="en-US" sz="2000" baseline="-25000" dirty="0"/>
              <a:t>S</a:t>
            </a:r>
            <a:r>
              <a:rPr lang="en-US" sz="2000" dirty="0"/>
              <a:t> – </a:t>
            </a:r>
            <a:r>
              <a:rPr lang="ru-RU" sz="2000" dirty="0"/>
              <a:t>Нижняя граница интервала символа</a:t>
            </a:r>
          </a:p>
          <a:p>
            <a:r>
              <a:rPr lang="en-US" sz="2000" dirty="0"/>
              <a:t>HI</a:t>
            </a:r>
            <a:r>
              <a:rPr lang="en-US" sz="2000" baseline="-25000" dirty="0"/>
              <a:t>S</a:t>
            </a:r>
            <a:r>
              <a:rPr lang="en-US" sz="2000" dirty="0"/>
              <a:t> –</a:t>
            </a:r>
            <a:r>
              <a:rPr lang="ru-RU" sz="2000" dirty="0"/>
              <a:t> Верхняя граница интервала символа</a:t>
            </a:r>
          </a:p>
          <a:p>
            <a:r>
              <a:rPr lang="en-US" sz="2000" dirty="0"/>
              <a:t>LB </a:t>
            </a:r>
            <a:r>
              <a:rPr lang="ru-RU" sz="2000" dirty="0"/>
              <a:t>– Нижняя граница рабочего интервала</a:t>
            </a:r>
          </a:p>
          <a:p>
            <a:r>
              <a:rPr lang="en-US" sz="2000" dirty="0"/>
              <a:t>HB</a:t>
            </a:r>
            <a:r>
              <a:rPr lang="ru-RU" sz="2000" dirty="0"/>
              <a:t> – Верхняя граница рабочего интервала</a:t>
            </a:r>
          </a:p>
          <a:p>
            <a:r>
              <a:rPr lang="en-US" sz="2000" dirty="0"/>
              <a:t>PS</a:t>
            </a:r>
            <a:r>
              <a:rPr lang="en-US" sz="2000" baseline="-25000" dirty="0"/>
              <a:t>PREV</a:t>
            </a:r>
            <a:r>
              <a:rPr lang="en-US" sz="2000" dirty="0"/>
              <a:t> </a:t>
            </a:r>
            <a:r>
              <a:rPr lang="ru-RU" sz="2000" dirty="0"/>
              <a:t>– Префиксная сумма частоты предыдущего символа</a:t>
            </a:r>
          </a:p>
          <a:p>
            <a:r>
              <a:rPr lang="en-US" sz="2000" dirty="0"/>
              <a:t>PS</a:t>
            </a:r>
            <a:r>
              <a:rPr lang="en-US" sz="2000" baseline="-25000" dirty="0"/>
              <a:t>CUR </a:t>
            </a:r>
            <a:r>
              <a:rPr lang="ru-RU" sz="2000" dirty="0"/>
              <a:t>– Префиксная сумма частоты текущего символа</a:t>
            </a:r>
          </a:p>
        </p:txBody>
      </p:sp>
    </p:spTree>
    <p:extLst>
      <p:ext uri="{BB962C8B-B14F-4D97-AF65-F5344CB8AC3E}">
        <p14:creationId xmlns:p14="http://schemas.microsoft.com/office/powerpoint/2010/main" val="124416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66" grpId="0"/>
      <p:bldP spid="167" grpId="0"/>
      <p:bldP spid="1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CEA74-91B2-F8DC-ED12-60C2807B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Лирическое отступление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ACC66-09C6-BC28-69D0-E998B286091E}"/>
              </a:ext>
            </a:extLst>
          </p:cNvPr>
          <p:cNvSpPr txBox="1"/>
          <p:nvPr/>
        </p:nvSpPr>
        <p:spPr>
          <a:xfrm>
            <a:off x="9345818" y="2076910"/>
            <a:ext cx="248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ПЕППЕРОНИ</a:t>
            </a:r>
            <a:endParaRPr lang="ru-RU" sz="2400" b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9EC07EC-96B9-7497-7BE2-D155486310CF}"/>
              </a:ext>
            </a:extLst>
          </p:cNvPr>
          <p:cNvGraphicFramePr>
            <a:graphicFrameLocks noGrp="1"/>
          </p:cNvGraphicFramePr>
          <p:nvPr/>
        </p:nvGraphicFramePr>
        <p:xfrm>
          <a:off x="8907626" y="2862264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sp>
        <p:nvSpPr>
          <p:cNvPr id="32" name="Стрелка: вниз 31">
            <a:extLst>
              <a:ext uri="{FF2B5EF4-FFF2-40B4-BE49-F238E27FC236}">
                <a16:creationId xmlns:a16="http://schemas.microsoft.com/office/drawing/2014/main" id="{00CCBC13-C590-56EB-7576-FB7C4AAF6998}"/>
              </a:ext>
            </a:extLst>
          </p:cNvPr>
          <p:cNvSpPr/>
          <p:nvPr/>
        </p:nvSpPr>
        <p:spPr>
          <a:xfrm>
            <a:off x="10278331" y="1911395"/>
            <a:ext cx="121920" cy="273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4" name="Группа 133">
            <a:extLst>
              <a:ext uri="{FF2B5EF4-FFF2-40B4-BE49-F238E27FC236}">
                <a16:creationId xmlns:a16="http://schemas.microsoft.com/office/drawing/2014/main" id="{1FFA7000-27C3-7B05-2763-255B5DD2638C}"/>
              </a:ext>
            </a:extLst>
          </p:cNvPr>
          <p:cNvGrpSpPr/>
          <p:nvPr/>
        </p:nvGrpSpPr>
        <p:grpSpPr>
          <a:xfrm>
            <a:off x="282155" y="1911395"/>
            <a:ext cx="8388170" cy="779265"/>
            <a:chOff x="350330" y="2044369"/>
            <a:chExt cx="5681012" cy="527769"/>
          </a:xfrm>
        </p:grpSpPr>
        <p:grpSp>
          <p:nvGrpSpPr>
            <p:cNvPr id="135" name="Группа 134">
              <a:extLst>
                <a:ext uri="{FF2B5EF4-FFF2-40B4-BE49-F238E27FC236}">
                  <a16:creationId xmlns:a16="http://schemas.microsoft.com/office/drawing/2014/main" id="{BBBAB692-B520-8B1E-F034-E29C5708A566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38" name="Прямая соединительная линия 137">
                <a:extLst>
                  <a:ext uri="{FF2B5EF4-FFF2-40B4-BE49-F238E27FC236}">
                    <a16:creationId xmlns:a16="http://schemas.microsoft.com/office/drawing/2014/main" id="{CC0AED72-3697-26D9-61E8-410D6A840730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Прямая соединительная линия 138">
                <a:extLst>
                  <a:ext uri="{FF2B5EF4-FFF2-40B4-BE49-F238E27FC236}">
                    <a16:creationId xmlns:a16="http://schemas.microsoft.com/office/drawing/2014/main" id="{7289282A-320F-973E-C6B3-04319F303A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Прямая соединительная линия 139">
                <a:extLst>
                  <a:ext uri="{FF2B5EF4-FFF2-40B4-BE49-F238E27FC236}">
                    <a16:creationId xmlns:a16="http://schemas.microsoft.com/office/drawing/2014/main" id="{1EBB7922-6EEC-ECF9-5CB2-EDD0499215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700E8FB-94AD-EBD6-DE31-A91F608062D3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1E5F593-ABDE-7D52-EA7E-10CE1FC04D04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41" name="Группа 140">
            <a:extLst>
              <a:ext uri="{FF2B5EF4-FFF2-40B4-BE49-F238E27FC236}">
                <a16:creationId xmlns:a16="http://schemas.microsoft.com/office/drawing/2014/main" id="{8E553D4E-5BFC-EC31-D1E1-BADCEB6661C5}"/>
              </a:ext>
            </a:extLst>
          </p:cNvPr>
          <p:cNvGrpSpPr/>
          <p:nvPr/>
        </p:nvGrpSpPr>
        <p:grpSpPr>
          <a:xfrm>
            <a:off x="3727858" y="1985689"/>
            <a:ext cx="734206" cy="588839"/>
            <a:chOff x="1596168" y="1993597"/>
            <a:chExt cx="734206" cy="588839"/>
          </a:xfrm>
        </p:grpSpPr>
        <p:sp>
          <p:nvSpPr>
            <p:cNvPr id="142" name="Овал 141">
              <a:extLst>
                <a:ext uri="{FF2B5EF4-FFF2-40B4-BE49-F238E27FC236}">
                  <a16:creationId xmlns:a16="http://schemas.microsoft.com/office/drawing/2014/main" id="{6ECE0EB7-5B52-C334-EB21-863D22550F9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9B33CB8-F9F1-4264-8D70-AAC2FE307B4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?</a:t>
              </a:r>
              <a:endParaRPr lang="ru-RU" sz="2000" dirty="0"/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05B5661E-83FE-BE40-E1B1-F019B1513998}"/>
              </a:ext>
            </a:extLst>
          </p:cNvPr>
          <p:cNvSpPr txBox="1"/>
          <p:nvPr/>
        </p:nvSpPr>
        <p:spPr>
          <a:xfrm>
            <a:off x="1317323" y="2493520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95301BD-F0F2-F713-0142-A6EFF66B4692}"/>
              </a:ext>
            </a:extLst>
          </p:cNvPr>
          <p:cNvSpPr txBox="1"/>
          <p:nvPr/>
        </p:nvSpPr>
        <p:spPr>
          <a:xfrm>
            <a:off x="3135893" y="2507702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9584EA5-96D3-2376-83B9-6F13FF560864}"/>
              </a:ext>
            </a:extLst>
          </p:cNvPr>
          <p:cNvSpPr txBox="1"/>
          <p:nvPr/>
        </p:nvSpPr>
        <p:spPr>
          <a:xfrm>
            <a:off x="4273605" y="2546327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FE85813-7C81-8A90-97ED-58D3F9AC2B60}"/>
              </a:ext>
            </a:extLst>
          </p:cNvPr>
          <p:cNvSpPr txBox="1"/>
          <p:nvPr/>
        </p:nvSpPr>
        <p:spPr>
          <a:xfrm>
            <a:off x="5090622" y="2548824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0E458D1-3286-4749-0F8D-5C4A951DF2BB}"/>
              </a:ext>
            </a:extLst>
          </p:cNvPr>
          <p:cNvSpPr txBox="1"/>
          <p:nvPr/>
        </p:nvSpPr>
        <p:spPr>
          <a:xfrm>
            <a:off x="5929680" y="2546327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849F471-236C-9130-2384-19A1462C7BDE}"/>
              </a:ext>
            </a:extLst>
          </p:cNvPr>
          <p:cNvSpPr txBox="1"/>
          <p:nvPr/>
        </p:nvSpPr>
        <p:spPr>
          <a:xfrm>
            <a:off x="6701047" y="2549189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ECEE165-427F-25F7-7DD0-BF7991D463B8}"/>
              </a:ext>
            </a:extLst>
          </p:cNvPr>
          <p:cNvSpPr txBox="1"/>
          <p:nvPr/>
        </p:nvSpPr>
        <p:spPr>
          <a:xfrm>
            <a:off x="7508257" y="2565198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151" name="Группа 150">
            <a:extLst>
              <a:ext uri="{FF2B5EF4-FFF2-40B4-BE49-F238E27FC236}">
                <a16:creationId xmlns:a16="http://schemas.microsoft.com/office/drawing/2014/main" id="{4D64275A-2216-C1D8-EA61-B079A7D08A02}"/>
              </a:ext>
            </a:extLst>
          </p:cNvPr>
          <p:cNvGrpSpPr/>
          <p:nvPr/>
        </p:nvGrpSpPr>
        <p:grpSpPr>
          <a:xfrm>
            <a:off x="2164462" y="1985689"/>
            <a:ext cx="997251" cy="588839"/>
            <a:chOff x="1419466" y="1993597"/>
            <a:chExt cx="997251" cy="588839"/>
          </a:xfrm>
        </p:grpSpPr>
        <p:sp>
          <p:nvSpPr>
            <p:cNvPr id="152" name="Овал 151">
              <a:extLst>
                <a:ext uri="{FF2B5EF4-FFF2-40B4-BE49-F238E27FC236}">
                  <a16:creationId xmlns:a16="http://schemas.microsoft.com/office/drawing/2014/main" id="{89098F84-04D1-9682-5264-E57EEB0772C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9D98D01-239C-237B-23E9-EBF6F566A5EA}"/>
                </a:ext>
              </a:extLst>
            </p:cNvPr>
            <p:cNvSpPr txBox="1"/>
            <p:nvPr/>
          </p:nvSpPr>
          <p:spPr>
            <a:xfrm>
              <a:off x="1419466" y="1993597"/>
              <a:ext cx="9972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?</a:t>
              </a:r>
              <a:endParaRPr lang="ru-RU" sz="2000" dirty="0"/>
            </a:p>
          </p:txBody>
        </p:sp>
      </p:grpSp>
      <p:grpSp>
        <p:nvGrpSpPr>
          <p:cNvPr id="154" name="Группа 153">
            <a:extLst>
              <a:ext uri="{FF2B5EF4-FFF2-40B4-BE49-F238E27FC236}">
                <a16:creationId xmlns:a16="http://schemas.microsoft.com/office/drawing/2014/main" id="{E3E12228-30FE-2B1A-3C8E-640B917630FE}"/>
              </a:ext>
            </a:extLst>
          </p:cNvPr>
          <p:cNvGrpSpPr/>
          <p:nvPr/>
        </p:nvGrpSpPr>
        <p:grpSpPr>
          <a:xfrm>
            <a:off x="4532700" y="1976358"/>
            <a:ext cx="834663" cy="588840"/>
            <a:chOff x="1515211" y="1993596"/>
            <a:chExt cx="834663" cy="588840"/>
          </a:xfrm>
        </p:grpSpPr>
        <p:sp>
          <p:nvSpPr>
            <p:cNvPr id="155" name="Овал 154">
              <a:extLst>
                <a:ext uri="{FF2B5EF4-FFF2-40B4-BE49-F238E27FC236}">
                  <a16:creationId xmlns:a16="http://schemas.microsoft.com/office/drawing/2014/main" id="{6282CEAE-44FE-E73C-79A5-D0C651B5720B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C5F513A9-E826-69EF-DA14-BD299BA42037}"/>
                </a:ext>
              </a:extLst>
            </p:cNvPr>
            <p:cNvSpPr txBox="1"/>
            <p:nvPr/>
          </p:nvSpPr>
          <p:spPr>
            <a:xfrm>
              <a:off x="1515211" y="1993596"/>
              <a:ext cx="8346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?</a:t>
              </a:r>
              <a:endParaRPr lang="ru-RU" sz="2000" dirty="0"/>
            </a:p>
          </p:txBody>
        </p:sp>
      </p:grpSp>
      <p:grpSp>
        <p:nvGrpSpPr>
          <p:cNvPr id="157" name="Группа 156">
            <a:extLst>
              <a:ext uri="{FF2B5EF4-FFF2-40B4-BE49-F238E27FC236}">
                <a16:creationId xmlns:a16="http://schemas.microsoft.com/office/drawing/2014/main" id="{3A254368-8AD3-3445-508C-0F929B724218}"/>
              </a:ext>
            </a:extLst>
          </p:cNvPr>
          <p:cNvGrpSpPr/>
          <p:nvPr/>
        </p:nvGrpSpPr>
        <p:grpSpPr>
          <a:xfrm>
            <a:off x="5369356" y="1985689"/>
            <a:ext cx="806258" cy="588839"/>
            <a:chOff x="1547487" y="1993597"/>
            <a:chExt cx="806258" cy="588839"/>
          </a:xfrm>
        </p:grpSpPr>
        <p:sp>
          <p:nvSpPr>
            <p:cNvPr id="158" name="Овал 157">
              <a:extLst>
                <a:ext uri="{FF2B5EF4-FFF2-40B4-BE49-F238E27FC236}">
                  <a16:creationId xmlns:a16="http://schemas.microsoft.com/office/drawing/2014/main" id="{4794251D-78C3-DC49-9235-144E0C20301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D5644796-F6C2-D86C-9A49-D04AF4C24ED9}"/>
                </a:ext>
              </a:extLst>
            </p:cNvPr>
            <p:cNvSpPr txBox="1"/>
            <p:nvPr/>
          </p:nvSpPr>
          <p:spPr>
            <a:xfrm>
              <a:off x="1547487" y="1993597"/>
              <a:ext cx="80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?</a:t>
              </a:r>
              <a:endParaRPr lang="ru-RU" sz="2000" dirty="0"/>
            </a:p>
          </p:txBody>
        </p:sp>
      </p:grpSp>
      <p:grpSp>
        <p:nvGrpSpPr>
          <p:cNvPr id="160" name="Группа 159">
            <a:extLst>
              <a:ext uri="{FF2B5EF4-FFF2-40B4-BE49-F238E27FC236}">
                <a16:creationId xmlns:a16="http://schemas.microsoft.com/office/drawing/2014/main" id="{D8848070-A417-03F2-794F-4C5767945B37}"/>
              </a:ext>
            </a:extLst>
          </p:cNvPr>
          <p:cNvGrpSpPr/>
          <p:nvPr/>
        </p:nvGrpSpPr>
        <p:grpSpPr>
          <a:xfrm>
            <a:off x="6117344" y="1992509"/>
            <a:ext cx="850383" cy="582019"/>
            <a:chOff x="1507553" y="2000417"/>
            <a:chExt cx="850383" cy="582019"/>
          </a:xfrm>
        </p:grpSpPr>
        <p:sp>
          <p:nvSpPr>
            <p:cNvPr id="161" name="Овал 160">
              <a:extLst>
                <a:ext uri="{FF2B5EF4-FFF2-40B4-BE49-F238E27FC236}">
                  <a16:creationId xmlns:a16="http://schemas.microsoft.com/office/drawing/2014/main" id="{7CED1347-90CE-98DA-4C5C-6B9F9235FE2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94510FB-BDF1-5F94-A07F-57DE8A54D4D0}"/>
                </a:ext>
              </a:extLst>
            </p:cNvPr>
            <p:cNvSpPr txBox="1"/>
            <p:nvPr/>
          </p:nvSpPr>
          <p:spPr>
            <a:xfrm>
              <a:off x="1507553" y="2000417"/>
              <a:ext cx="850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?</a:t>
              </a:r>
              <a:endParaRPr lang="ru-RU" sz="2000" dirty="0"/>
            </a:p>
          </p:txBody>
        </p:sp>
      </p:grpSp>
      <p:grpSp>
        <p:nvGrpSpPr>
          <p:cNvPr id="163" name="Группа 162">
            <a:extLst>
              <a:ext uri="{FF2B5EF4-FFF2-40B4-BE49-F238E27FC236}">
                <a16:creationId xmlns:a16="http://schemas.microsoft.com/office/drawing/2014/main" id="{70EB8778-5F3F-EA03-5DA3-9FC2D6F04152}"/>
              </a:ext>
            </a:extLst>
          </p:cNvPr>
          <p:cNvGrpSpPr/>
          <p:nvPr/>
        </p:nvGrpSpPr>
        <p:grpSpPr>
          <a:xfrm>
            <a:off x="6982095" y="1985689"/>
            <a:ext cx="806258" cy="588839"/>
            <a:chOff x="1557312" y="1993597"/>
            <a:chExt cx="806258" cy="588839"/>
          </a:xfrm>
        </p:grpSpPr>
        <p:sp>
          <p:nvSpPr>
            <p:cNvPr id="164" name="Овал 163">
              <a:extLst>
                <a:ext uri="{FF2B5EF4-FFF2-40B4-BE49-F238E27FC236}">
                  <a16:creationId xmlns:a16="http://schemas.microsoft.com/office/drawing/2014/main" id="{3F35AE9B-C606-97D2-7F89-E202B10F092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9B8E571-5443-6139-42D9-D0729CC4E6F0}"/>
                </a:ext>
              </a:extLst>
            </p:cNvPr>
            <p:cNvSpPr txBox="1"/>
            <p:nvPr/>
          </p:nvSpPr>
          <p:spPr>
            <a:xfrm>
              <a:off x="1557312" y="1993597"/>
              <a:ext cx="80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?</a:t>
              </a:r>
              <a:endParaRPr lang="ru-RU" sz="2000" dirty="0"/>
            </a:p>
          </p:txBody>
        </p: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6CE6BAD0-5F1D-36D4-5321-9C5952997FC7}"/>
              </a:ext>
            </a:extLst>
          </p:cNvPr>
          <p:cNvSpPr txBox="1"/>
          <p:nvPr/>
        </p:nvSpPr>
        <p:spPr>
          <a:xfrm>
            <a:off x="372707" y="3141035"/>
            <a:ext cx="3199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HI</a:t>
            </a:r>
            <a:r>
              <a:rPr lang="en-US" sz="2000" baseline="-25000" dirty="0"/>
              <a:t>S</a:t>
            </a:r>
            <a:r>
              <a:rPr lang="en-US" sz="2000" dirty="0"/>
              <a:t> = LB + PS</a:t>
            </a:r>
            <a:r>
              <a:rPr lang="en-US" sz="2000" baseline="-25000" dirty="0"/>
              <a:t>CUR</a:t>
            </a:r>
            <a:r>
              <a:rPr lang="en-US" sz="2000" dirty="0"/>
              <a:t> * (HB - LB)</a:t>
            </a:r>
            <a:endParaRPr lang="ru-RU" sz="20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DA0E1A0-657E-7118-995F-B6244DB93E90}"/>
              </a:ext>
            </a:extLst>
          </p:cNvPr>
          <p:cNvSpPr txBox="1"/>
          <p:nvPr/>
        </p:nvSpPr>
        <p:spPr>
          <a:xfrm>
            <a:off x="388739" y="2845067"/>
            <a:ext cx="3167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LI</a:t>
            </a:r>
            <a:r>
              <a:rPr lang="en-US" sz="2000" baseline="-25000" dirty="0"/>
              <a:t>S</a:t>
            </a:r>
            <a:r>
              <a:rPr lang="en-US" sz="2000" dirty="0"/>
              <a:t> = LB + PS</a:t>
            </a:r>
            <a:r>
              <a:rPr lang="en-US" sz="2000" baseline="-25000" dirty="0"/>
              <a:t>PREV</a:t>
            </a:r>
            <a:r>
              <a:rPr lang="en-US" sz="2000" dirty="0"/>
              <a:t> * (HB - LB)</a:t>
            </a:r>
            <a:endParaRPr lang="ru-RU" sz="2000" dirty="0"/>
          </a:p>
        </p:txBody>
      </p:sp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69B42573-A546-4233-9014-ABF499C65949}"/>
              </a:ext>
            </a:extLst>
          </p:cNvPr>
          <p:cNvSpPr/>
          <p:nvPr/>
        </p:nvSpPr>
        <p:spPr>
          <a:xfrm rot="16200000">
            <a:off x="8625840" y="3634740"/>
            <a:ext cx="152422" cy="3077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305A23-BE35-390E-827F-C1A6BA0EB3DC}"/>
              </a:ext>
            </a:extLst>
          </p:cNvPr>
          <p:cNvSpPr txBox="1"/>
          <p:nvPr/>
        </p:nvSpPr>
        <p:spPr>
          <a:xfrm>
            <a:off x="347861" y="3637058"/>
            <a:ext cx="4374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</a:t>
            </a:r>
            <a:r>
              <a:rPr lang="ru-RU" sz="2000" baseline="-25000" dirty="0"/>
              <a:t>П</a:t>
            </a:r>
            <a:r>
              <a:rPr lang="en-US" sz="2000" dirty="0"/>
              <a:t> = 0.09 + 0.0 * (0.0954 – 0.09) = 0.09</a:t>
            </a:r>
            <a:endParaRPr lang="ru-RU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4C5D6-1AAC-4E73-1205-59C102195F28}"/>
              </a:ext>
            </a:extLst>
          </p:cNvPr>
          <p:cNvSpPr txBox="1"/>
          <p:nvPr/>
        </p:nvSpPr>
        <p:spPr>
          <a:xfrm>
            <a:off x="347861" y="4000413"/>
            <a:ext cx="4822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HI</a:t>
            </a:r>
            <a:r>
              <a:rPr lang="ru-RU" sz="2000" baseline="-25000" dirty="0"/>
              <a:t>П</a:t>
            </a:r>
            <a:r>
              <a:rPr lang="en-US" sz="2000" dirty="0"/>
              <a:t> = 0.09 + 0.3 * (0.0954 – 0.09) = 0.09162</a:t>
            </a:r>
            <a:endParaRPr lang="ru-R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A5C6B-FA5B-7D1E-69B7-784D27AABAE1}"/>
              </a:ext>
            </a:extLst>
          </p:cNvPr>
          <p:cNvSpPr txBox="1"/>
          <p:nvPr/>
        </p:nvSpPr>
        <p:spPr>
          <a:xfrm>
            <a:off x="347861" y="4496436"/>
            <a:ext cx="47404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</a:t>
            </a:r>
            <a:r>
              <a:rPr lang="ru-RU" sz="2000" baseline="-25000" dirty="0"/>
              <a:t>Е</a:t>
            </a:r>
            <a:r>
              <a:rPr lang="en-US" sz="2000" dirty="0"/>
              <a:t> = 0.09 + 0.3 * (0.0954 – 0.09) = 0.09162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824DC-205E-5F2E-19F4-FE0C129D40E7}"/>
              </a:ext>
            </a:extLst>
          </p:cNvPr>
          <p:cNvSpPr txBox="1"/>
          <p:nvPr/>
        </p:nvSpPr>
        <p:spPr>
          <a:xfrm>
            <a:off x="347861" y="4859791"/>
            <a:ext cx="4674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HI</a:t>
            </a:r>
            <a:r>
              <a:rPr lang="ru-RU" sz="2000" baseline="-25000" dirty="0"/>
              <a:t>Е</a:t>
            </a:r>
            <a:r>
              <a:rPr lang="en-US" sz="2000" dirty="0"/>
              <a:t> = 0.09 + 0.5 * (0.0954 – 0.09) = 0.0927</a:t>
            </a:r>
            <a:endParaRPr lang="ru-RU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1EA25-2500-4076-B930-34CF177E79FF}"/>
              </a:ext>
            </a:extLst>
          </p:cNvPr>
          <p:cNvSpPr txBox="1"/>
          <p:nvPr/>
        </p:nvSpPr>
        <p:spPr>
          <a:xfrm>
            <a:off x="347861" y="518888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  <a:endParaRPr lang="ru-RU" sz="2000" dirty="0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2AF4805-1F68-B4AA-12C2-43BBAA193984}"/>
              </a:ext>
            </a:extLst>
          </p:cNvPr>
          <p:cNvGrpSpPr/>
          <p:nvPr/>
        </p:nvGrpSpPr>
        <p:grpSpPr>
          <a:xfrm>
            <a:off x="265697" y="5643968"/>
            <a:ext cx="8388170" cy="779265"/>
            <a:chOff x="350330" y="2044369"/>
            <a:chExt cx="5681012" cy="527769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89E92279-7C0E-D91F-3ADE-23C921861E74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A0510870-E435-A937-24D8-4033DB293B05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9DC9BBA2-7162-478F-3EAE-2B9562ACAE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BFA6E245-C500-AC4D-DEDD-346014759B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16AB48-29F5-1463-1F96-7E8B01D9FB09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1EEB2B-1CD3-9F75-9FD2-8195FDD64E9B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C8253B8-5E1D-E48B-03A3-BD537EA3FC32}"/>
              </a:ext>
            </a:extLst>
          </p:cNvPr>
          <p:cNvGrpSpPr/>
          <p:nvPr/>
        </p:nvGrpSpPr>
        <p:grpSpPr>
          <a:xfrm>
            <a:off x="3597469" y="6079905"/>
            <a:ext cx="848137" cy="609242"/>
            <a:chOff x="1482237" y="2355240"/>
            <a:chExt cx="848137" cy="609242"/>
          </a:xfrm>
        </p:grpSpPr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8EEE6E8A-7967-D8EA-0EEF-1BDBB33CD2F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D2D36B0-9986-EF1B-22A0-E51EB999AD5C}"/>
                </a:ext>
              </a:extLst>
            </p:cNvPr>
            <p:cNvSpPr txBox="1"/>
            <p:nvPr/>
          </p:nvSpPr>
          <p:spPr>
            <a:xfrm>
              <a:off x="1482237" y="2595150"/>
              <a:ext cx="84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0.0927</a:t>
              </a:r>
              <a:endParaRPr lang="ru-RU" sz="2000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E059030-6741-306F-C0ED-3B64A5B3A536}"/>
              </a:ext>
            </a:extLst>
          </p:cNvPr>
          <p:cNvSpPr txBox="1"/>
          <p:nvPr/>
        </p:nvSpPr>
        <p:spPr>
          <a:xfrm>
            <a:off x="1300865" y="6226093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670DD7-6816-3F73-E227-28D39F7BD7E1}"/>
              </a:ext>
            </a:extLst>
          </p:cNvPr>
          <p:cNvSpPr txBox="1"/>
          <p:nvPr/>
        </p:nvSpPr>
        <p:spPr>
          <a:xfrm>
            <a:off x="3119435" y="6240275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91E485-695A-4A9F-CC26-CBBA86AE05E5}"/>
              </a:ext>
            </a:extLst>
          </p:cNvPr>
          <p:cNvSpPr txBox="1"/>
          <p:nvPr/>
        </p:nvSpPr>
        <p:spPr>
          <a:xfrm>
            <a:off x="4257147" y="6278900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200DE8-2161-0ACB-D485-50A3DF64718A}"/>
              </a:ext>
            </a:extLst>
          </p:cNvPr>
          <p:cNvSpPr txBox="1"/>
          <p:nvPr/>
        </p:nvSpPr>
        <p:spPr>
          <a:xfrm>
            <a:off x="5074164" y="6281397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387CDF-8B1A-628E-9865-05CB5968D4AC}"/>
              </a:ext>
            </a:extLst>
          </p:cNvPr>
          <p:cNvSpPr txBox="1"/>
          <p:nvPr/>
        </p:nvSpPr>
        <p:spPr>
          <a:xfrm>
            <a:off x="5913222" y="6278900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8A84E2-DC8C-670C-6F4C-9DDC9DCC9156}"/>
              </a:ext>
            </a:extLst>
          </p:cNvPr>
          <p:cNvSpPr txBox="1"/>
          <p:nvPr/>
        </p:nvSpPr>
        <p:spPr>
          <a:xfrm>
            <a:off x="6684589" y="6281762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B05C9C-5ADD-B5BA-AA2E-48903CAD51AD}"/>
              </a:ext>
            </a:extLst>
          </p:cNvPr>
          <p:cNvSpPr txBox="1"/>
          <p:nvPr/>
        </p:nvSpPr>
        <p:spPr>
          <a:xfrm>
            <a:off x="7491799" y="6297771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17A82943-31B2-8906-0790-50E79BC58730}"/>
              </a:ext>
            </a:extLst>
          </p:cNvPr>
          <p:cNvGrpSpPr/>
          <p:nvPr/>
        </p:nvGrpSpPr>
        <p:grpSpPr>
          <a:xfrm>
            <a:off x="2114455" y="5709693"/>
            <a:ext cx="1078278" cy="597408"/>
            <a:chOff x="1385917" y="1985028"/>
            <a:chExt cx="1078278" cy="597408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630F9E1C-353E-E3CB-B77F-642C2B44362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7523652-F89A-F31C-9C12-6978F68257EE}"/>
                </a:ext>
              </a:extLst>
            </p:cNvPr>
            <p:cNvSpPr txBox="1"/>
            <p:nvPr/>
          </p:nvSpPr>
          <p:spPr>
            <a:xfrm>
              <a:off x="1385917" y="1985028"/>
              <a:ext cx="10782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0.09162</a:t>
              </a:r>
              <a:endParaRPr lang="ru-RU" sz="2000" dirty="0"/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32D342FC-1D6D-4C60-6F60-48DF24B56092}"/>
              </a:ext>
            </a:extLst>
          </p:cNvPr>
          <p:cNvGrpSpPr/>
          <p:nvPr/>
        </p:nvGrpSpPr>
        <p:grpSpPr>
          <a:xfrm>
            <a:off x="4367505" y="5694461"/>
            <a:ext cx="1045787" cy="603310"/>
            <a:chOff x="1366474" y="1979126"/>
            <a:chExt cx="1045787" cy="60331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6B1E729E-A21A-E0DF-5A68-F642F6081F8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A5E6C4-ED78-5E02-F715-D2A2C20453B1}"/>
                </a:ext>
              </a:extLst>
            </p:cNvPr>
            <p:cNvSpPr txBox="1"/>
            <p:nvPr/>
          </p:nvSpPr>
          <p:spPr>
            <a:xfrm>
              <a:off x="1366474" y="1979126"/>
              <a:ext cx="10457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0.09324</a:t>
              </a:r>
              <a:endParaRPr lang="ru-RU" sz="24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9B016FF-AE7F-1163-7A6E-B0F87138C37B}"/>
              </a:ext>
            </a:extLst>
          </p:cNvPr>
          <p:cNvGrpSpPr/>
          <p:nvPr/>
        </p:nvGrpSpPr>
        <p:grpSpPr>
          <a:xfrm>
            <a:off x="5236090" y="6079905"/>
            <a:ext cx="1024796" cy="825774"/>
            <a:chOff x="1430679" y="2355240"/>
            <a:chExt cx="1024796" cy="82577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A0B080FB-DF5F-E3C1-6398-06D083D6055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5A93278-4FE8-322D-3E24-C4C08A81142F}"/>
                </a:ext>
              </a:extLst>
            </p:cNvPr>
            <p:cNvSpPr txBox="1"/>
            <p:nvPr/>
          </p:nvSpPr>
          <p:spPr>
            <a:xfrm>
              <a:off x="1430679" y="2780904"/>
              <a:ext cx="1024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0.09378</a:t>
              </a:r>
              <a:endParaRPr lang="ru-RU" sz="2400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43678082-8B26-4C01-AC86-6028DE99EB15}"/>
              </a:ext>
            </a:extLst>
          </p:cNvPr>
          <p:cNvGrpSpPr/>
          <p:nvPr/>
        </p:nvGrpSpPr>
        <p:grpSpPr>
          <a:xfrm>
            <a:off x="5945661" y="5687483"/>
            <a:ext cx="1110119" cy="619618"/>
            <a:chOff x="1352328" y="1962818"/>
            <a:chExt cx="1110119" cy="619618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347E77F4-3248-7B14-1A3A-4323D264411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9A3B175-1E72-1567-E378-3380BE2D14DA}"/>
                </a:ext>
              </a:extLst>
            </p:cNvPr>
            <p:cNvSpPr txBox="1"/>
            <p:nvPr/>
          </p:nvSpPr>
          <p:spPr>
            <a:xfrm>
              <a:off x="1352328" y="1962818"/>
              <a:ext cx="1110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0.09432</a:t>
              </a:r>
              <a:endParaRPr lang="ru-RU" sz="2400" dirty="0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4F58A7A5-88FD-DDC5-DB68-90C2DC7C9FF1}"/>
              </a:ext>
            </a:extLst>
          </p:cNvPr>
          <p:cNvGrpSpPr/>
          <p:nvPr/>
        </p:nvGrpSpPr>
        <p:grpSpPr>
          <a:xfrm>
            <a:off x="6825267" y="6079905"/>
            <a:ext cx="1085185" cy="792571"/>
            <a:chOff x="1416942" y="2355240"/>
            <a:chExt cx="1085185" cy="792571"/>
          </a:xfrm>
        </p:grpSpPr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3CE3AB3E-4E60-24B9-D7A2-4CD656EF7D9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884A94-C948-4053-A8C8-356B13409610}"/>
                </a:ext>
              </a:extLst>
            </p:cNvPr>
            <p:cNvSpPr txBox="1"/>
            <p:nvPr/>
          </p:nvSpPr>
          <p:spPr>
            <a:xfrm>
              <a:off x="1416942" y="2747701"/>
              <a:ext cx="10851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0.09486</a:t>
              </a:r>
              <a:endParaRPr lang="ru-RU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7872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/>
      <p:bldP spid="167" grpId="0"/>
      <p:bldP spid="6" grpId="0"/>
      <p:bldP spid="7" grpId="0"/>
      <p:bldP spid="8" grpId="0"/>
      <p:bldP spid="9" grpId="0"/>
      <p:bldP spid="1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CEA74-91B2-F8DC-ED12-60C2807B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encoding time part 2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ACC66-09C6-BC28-69D0-E998B286091E}"/>
              </a:ext>
            </a:extLst>
          </p:cNvPr>
          <p:cNvSpPr txBox="1"/>
          <p:nvPr/>
        </p:nvSpPr>
        <p:spPr>
          <a:xfrm>
            <a:off x="9345818" y="2076910"/>
            <a:ext cx="248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ПЕППЕРОНИ</a:t>
            </a:r>
            <a:endParaRPr lang="ru-RU" sz="2400" b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9EC07EC-96B9-7497-7BE2-D155486310CF}"/>
              </a:ext>
            </a:extLst>
          </p:cNvPr>
          <p:cNvGraphicFramePr>
            <a:graphicFrameLocks noGrp="1"/>
          </p:cNvGraphicFramePr>
          <p:nvPr/>
        </p:nvGraphicFramePr>
        <p:xfrm>
          <a:off x="8907626" y="2862264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sp>
        <p:nvSpPr>
          <p:cNvPr id="32" name="Стрелка: вниз 31">
            <a:extLst>
              <a:ext uri="{FF2B5EF4-FFF2-40B4-BE49-F238E27FC236}">
                <a16:creationId xmlns:a16="http://schemas.microsoft.com/office/drawing/2014/main" id="{00CCBC13-C590-56EB-7576-FB7C4AAF6998}"/>
              </a:ext>
            </a:extLst>
          </p:cNvPr>
          <p:cNvSpPr/>
          <p:nvPr/>
        </p:nvSpPr>
        <p:spPr>
          <a:xfrm>
            <a:off x="10490624" y="1911395"/>
            <a:ext cx="121920" cy="273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2AF4805-1F68-B4AA-12C2-43BBAA193984}"/>
              </a:ext>
            </a:extLst>
          </p:cNvPr>
          <p:cNvGrpSpPr/>
          <p:nvPr/>
        </p:nvGrpSpPr>
        <p:grpSpPr>
          <a:xfrm>
            <a:off x="265697" y="1820865"/>
            <a:ext cx="8388170" cy="779265"/>
            <a:chOff x="350330" y="2044369"/>
            <a:chExt cx="5681012" cy="527769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89E92279-7C0E-D91F-3ADE-23C921861E74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A0510870-E435-A937-24D8-4033DB293B05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9DC9BBA2-7162-478F-3EAE-2B9562ACAE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BFA6E245-C500-AC4D-DEDD-346014759B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16AB48-29F5-1463-1F96-7E8B01D9FB09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1EEB2B-1CD3-9F75-9FD2-8195FDD64E9B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C8253B8-5E1D-E48B-03A3-BD537EA3FC32}"/>
              </a:ext>
            </a:extLst>
          </p:cNvPr>
          <p:cNvGrpSpPr/>
          <p:nvPr/>
        </p:nvGrpSpPr>
        <p:grpSpPr>
          <a:xfrm>
            <a:off x="3597469" y="2256802"/>
            <a:ext cx="848137" cy="609242"/>
            <a:chOff x="1482237" y="2355240"/>
            <a:chExt cx="848137" cy="609242"/>
          </a:xfrm>
        </p:grpSpPr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8EEE6E8A-7967-D8EA-0EEF-1BDBB33CD2F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D2D36B0-9986-EF1B-22A0-E51EB999AD5C}"/>
                </a:ext>
              </a:extLst>
            </p:cNvPr>
            <p:cNvSpPr txBox="1"/>
            <p:nvPr/>
          </p:nvSpPr>
          <p:spPr>
            <a:xfrm>
              <a:off x="1482237" y="2595150"/>
              <a:ext cx="84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0.0927</a:t>
              </a:r>
              <a:endParaRPr lang="ru-RU" sz="2000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E059030-6741-306F-C0ED-3B64A5B3A536}"/>
              </a:ext>
            </a:extLst>
          </p:cNvPr>
          <p:cNvSpPr txBox="1"/>
          <p:nvPr/>
        </p:nvSpPr>
        <p:spPr>
          <a:xfrm>
            <a:off x="1300865" y="2402990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670DD7-6816-3F73-E227-28D39F7BD7E1}"/>
              </a:ext>
            </a:extLst>
          </p:cNvPr>
          <p:cNvSpPr txBox="1"/>
          <p:nvPr/>
        </p:nvSpPr>
        <p:spPr>
          <a:xfrm>
            <a:off x="3119435" y="2417172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91E485-695A-4A9F-CC26-CBBA86AE05E5}"/>
              </a:ext>
            </a:extLst>
          </p:cNvPr>
          <p:cNvSpPr txBox="1"/>
          <p:nvPr/>
        </p:nvSpPr>
        <p:spPr>
          <a:xfrm>
            <a:off x="4257147" y="2455797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200DE8-2161-0ACB-D485-50A3DF64718A}"/>
              </a:ext>
            </a:extLst>
          </p:cNvPr>
          <p:cNvSpPr txBox="1"/>
          <p:nvPr/>
        </p:nvSpPr>
        <p:spPr>
          <a:xfrm>
            <a:off x="5074164" y="2458294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387CDF-8B1A-628E-9865-05CB5968D4AC}"/>
              </a:ext>
            </a:extLst>
          </p:cNvPr>
          <p:cNvSpPr txBox="1"/>
          <p:nvPr/>
        </p:nvSpPr>
        <p:spPr>
          <a:xfrm>
            <a:off x="5913222" y="2455797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8A84E2-DC8C-670C-6F4C-9DDC9DCC9156}"/>
              </a:ext>
            </a:extLst>
          </p:cNvPr>
          <p:cNvSpPr txBox="1"/>
          <p:nvPr/>
        </p:nvSpPr>
        <p:spPr>
          <a:xfrm>
            <a:off x="6684589" y="2458659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B05C9C-5ADD-B5BA-AA2E-48903CAD51AD}"/>
              </a:ext>
            </a:extLst>
          </p:cNvPr>
          <p:cNvSpPr txBox="1"/>
          <p:nvPr/>
        </p:nvSpPr>
        <p:spPr>
          <a:xfrm>
            <a:off x="7491799" y="2474668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17A82943-31B2-8906-0790-50E79BC58730}"/>
              </a:ext>
            </a:extLst>
          </p:cNvPr>
          <p:cNvGrpSpPr/>
          <p:nvPr/>
        </p:nvGrpSpPr>
        <p:grpSpPr>
          <a:xfrm>
            <a:off x="2114455" y="1886590"/>
            <a:ext cx="1078278" cy="597408"/>
            <a:chOff x="1385917" y="1985028"/>
            <a:chExt cx="1078278" cy="597408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630F9E1C-353E-E3CB-B77F-642C2B44362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7523652-F89A-F31C-9C12-6978F68257EE}"/>
                </a:ext>
              </a:extLst>
            </p:cNvPr>
            <p:cNvSpPr txBox="1"/>
            <p:nvPr/>
          </p:nvSpPr>
          <p:spPr>
            <a:xfrm>
              <a:off x="1385917" y="1985028"/>
              <a:ext cx="10782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0.09162</a:t>
              </a:r>
              <a:endParaRPr lang="ru-RU" sz="2000" dirty="0"/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32D342FC-1D6D-4C60-6F60-48DF24B56092}"/>
              </a:ext>
            </a:extLst>
          </p:cNvPr>
          <p:cNvGrpSpPr/>
          <p:nvPr/>
        </p:nvGrpSpPr>
        <p:grpSpPr>
          <a:xfrm>
            <a:off x="4367505" y="1871358"/>
            <a:ext cx="1045787" cy="603310"/>
            <a:chOff x="1366474" y="1979126"/>
            <a:chExt cx="1045787" cy="60331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6B1E729E-A21A-E0DF-5A68-F642F6081F8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A5E6C4-ED78-5E02-F715-D2A2C20453B1}"/>
                </a:ext>
              </a:extLst>
            </p:cNvPr>
            <p:cNvSpPr txBox="1"/>
            <p:nvPr/>
          </p:nvSpPr>
          <p:spPr>
            <a:xfrm>
              <a:off x="1366474" y="1979126"/>
              <a:ext cx="10457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0.09324</a:t>
              </a:r>
              <a:endParaRPr lang="ru-RU" sz="24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9B016FF-AE7F-1163-7A6E-B0F87138C37B}"/>
              </a:ext>
            </a:extLst>
          </p:cNvPr>
          <p:cNvGrpSpPr/>
          <p:nvPr/>
        </p:nvGrpSpPr>
        <p:grpSpPr>
          <a:xfrm>
            <a:off x="5236090" y="2256802"/>
            <a:ext cx="1024796" cy="825774"/>
            <a:chOff x="1430679" y="2355240"/>
            <a:chExt cx="1024796" cy="82577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A0B080FB-DF5F-E3C1-6398-06D083D6055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5A93278-4FE8-322D-3E24-C4C08A81142F}"/>
                </a:ext>
              </a:extLst>
            </p:cNvPr>
            <p:cNvSpPr txBox="1"/>
            <p:nvPr/>
          </p:nvSpPr>
          <p:spPr>
            <a:xfrm>
              <a:off x="1430679" y="2780904"/>
              <a:ext cx="1024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0.09378</a:t>
              </a:r>
              <a:endParaRPr lang="ru-RU" sz="2400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43678082-8B26-4C01-AC86-6028DE99EB15}"/>
              </a:ext>
            </a:extLst>
          </p:cNvPr>
          <p:cNvGrpSpPr/>
          <p:nvPr/>
        </p:nvGrpSpPr>
        <p:grpSpPr>
          <a:xfrm>
            <a:off x="5945661" y="1864380"/>
            <a:ext cx="1110119" cy="619618"/>
            <a:chOff x="1352328" y="1962818"/>
            <a:chExt cx="1110119" cy="619618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347E77F4-3248-7B14-1A3A-4323D264411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9A3B175-1E72-1567-E378-3380BE2D14DA}"/>
                </a:ext>
              </a:extLst>
            </p:cNvPr>
            <p:cNvSpPr txBox="1"/>
            <p:nvPr/>
          </p:nvSpPr>
          <p:spPr>
            <a:xfrm>
              <a:off x="1352328" y="1962818"/>
              <a:ext cx="1110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0.09432</a:t>
              </a:r>
              <a:endParaRPr lang="ru-RU" sz="2400" dirty="0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4F58A7A5-88FD-DDC5-DB68-90C2DC7C9FF1}"/>
              </a:ext>
            </a:extLst>
          </p:cNvPr>
          <p:cNvGrpSpPr/>
          <p:nvPr/>
        </p:nvGrpSpPr>
        <p:grpSpPr>
          <a:xfrm>
            <a:off x="6825267" y="2256802"/>
            <a:ext cx="1085185" cy="792571"/>
            <a:chOff x="1416942" y="2355240"/>
            <a:chExt cx="1085185" cy="792571"/>
          </a:xfrm>
        </p:grpSpPr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3CE3AB3E-4E60-24B9-D7A2-4CD656EF7D9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884A94-C948-4053-A8C8-356B13409610}"/>
                </a:ext>
              </a:extLst>
            </p:cNvPr>
            <p:cNvSpPr txBox="1"/>
            <p:nvPr/>
          </p:nvSpPr>
          <p:spPr>
            <a:xfrm>
              <a:off x="1416942" y="2747701"/>
              <a:ext cx="10851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0.09486</a:t>
              </a:r>
              <a:endParaRPr lang="ru-RU" sz="2000" dirty="0"/>
            </a:p>
          </p:txBody>
        </p: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65A38C1F-CD1D-E755-8069-3C73041491A9}"/>
              </a:ext>
            </a:extLst>
          </p:cNvPr>
          <p:cNvGrpSpPr/>
          <p:nvPr/>
        </p:nvGrpSpPr>
        <p:grpSpPr>
          <a:xfrm>
            <a:off x="73337" y="3203958"/>
            <a:ext cx="8580530" cy="779265"/>
            <a:chOff x="220052" y="2044369"/>
            <a:chExt cx="5811290" cy="527769"/>
          </a:xfrm>
        </p:grpSpPr>
        <p:grpSp>
          <p:nvGrpSpPr>
            <p:cNvPr id="45" name="Группа 44">
              <a:extLst>
                <a:ext uri="{FF2B5EF4-FFF2-40B4-BE49-F238E27FC236}">
                  <a16:creationId xmlns:a16="http://schemas.microsoft.com/office/drawing/2014/main" id="{AA2545AD-8784-10A5-EF18-9D1ABE31F5D3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48" name="Прямая соединительная линия 47">
                <a:extLst>
                  <a:ext uri="{FF2B5EF4-FFF2-40B4-BE49-F238E27FC236}">
                    <a16:creationId xmlns:a16="http://schemas.microsoft.com/office/drawing/2014/main" id="{0D71E05C-C10A-290F-1931-57254EDF1533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Прямая соединительная линия 48">
                <a:extLst>
                  <a:ext uri="{FF2B5EF4-FFF2-40B4-BE49-F238E27FC236}">
                    <a16:creationId xmlns:a16="http://schemas.microsoft.com/office/drawing/2014/main" id="{C95C6997-48D3-F022-5645-0419E0C6F7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Прямая соединительная линия 49">
                <a:extLst>
                  <a:ext uri="{FF2B5EF4-FFF2-40B4-BE49-F238E27FC236}">
                    <a16:creationId xmlns:a16="http://schemas.microsoft.com/office/drawing/2014/main" id="{C317C02F-CD8B-E9B9-7256-ADE2B6A4F1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A753F5B-571A-EBCC-A22D-C2CA281BB711}"/>
                </a:ext>
              </a:extLst>
            </p:cNvPr>
            <p:cNvSpPr txBox="1"/>
            <p:nvPr/>
          </p:nvSpPr>
          <p:spPr>
            <a:xfrm>
              <a:off x="220052" y="2044369"/>
              <a:ext cx="684182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0.09162</a:t>
              </a:r>
              <a:endParaRPr lang="ru-RU" sz="20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BBAB01E-219F-D12A-5BE2-0DCAD230320B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0.0927</a:t>
              </a:r>
              <a:endParaRPr lang="ru-RU" sz="2000" dirty="0"/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997BD04D-9A18-70CC-6227-6ADBCA0B5FDC}"/>
              </a:ext>
            </a:extLst>
          </p:cNvPr>
          <p:cNvGrpSpPr/>
          <p:nvPr/>
        </p:nvGrpSpPr>
        <p:grpSpPr>
          <a:xfrm>
            <a:off x="3523991" y="3639895"/>
            <a:ext cx="1000089" cy="768382"/>
            <a:chOff x="1408759" y="2355240"/>
            <a:chExt cx="1000089" cy="768382"/>
          </a:xfrm>
        </p:grpSpPr>
        <p:sp>
          <p:nvSpPr>
            <p:cNvPr id="52" name="Овал 51">
              <a:extLst>
                <a:ext uri="{FF2B5EF4-FFF2-40B4-BE49-F238E27FC236}">
                  <a16:creationId xmlns:a16="http://schemas.microsoft.com/office/drawing/2014/main" id="{58A6BC95-89F3-FEF1-632F-B38ECB090CF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6636B3-E937-A448-8421-230E7756B919}"/>
                </a:ext>
              </a:extLst>
            </p:cNvPr>
            <p:cNvSpPr txBox="1"/>
            <p:nvPr/>
          </p:nvSpPr>
          <p:spPr>
            <a:xfrm>
              <a:off x="1408759" y="2754290"/>
              <a:ext cx="10000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0.09216</a:t>
              </a:r>
              <a:endParaRPr lang="ru-RU" sz="2000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9B8422F-0003-709E-E418-2580B1FCF302}"/>
              </a:ext>
            </a:extLst>
          </p:cNvPr>
          <p:cNvSpPr txBox="1"/>
          <p:nvPr/>
        </p:nvSpPr>
        <p:spPr>
          <a:xfrm>
            <a:off x="1300865" y="3786083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80B7EB-9878-92BA-4845-A527FFBE7F03}"/>
              </a:ext>
            </a:extLst>
          </p:cNvPr>
          <p:cNvSpPr txBox="1"/>
          <p:nvPr/>
        </p:nvSpPr>
        <p:spPr>
          <a:xfrm>
            <a:off x="3119435" y="3800265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EB2B51-4EE7-40A7-57F0-F9495E1189A7}"/>
              </a:ext>
            </a:extLst>
          </p:cNvPr>
          <p:cNvSpPr txBox="1"/>
          <p:nvPr/>
        </p:nvSpPr>
        <p:spPr>
          <a:xfrm>
            <a:off x="4257147" y="3838890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002AD2-D9F8-38CC-9E9E-EF3F1EAC5F1F}"/>
              </a:ext>
            </a:extLst>
          </p:cNvPr>
          <p:cNvSpPr txBox="1"/>
          <p:nvPr/>
        </p:nvSpPr>
        <p:spPr>
          <a:xfrm>
            <a:off x="5074164" y="3841387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6A201E-5DA0-F8A9-07B0-9C00464AE770}"/>
              </a:ext>
            </a:extLst>
          </p:cNvPr>
          <p:cNvSpPr txBox="1"/>
          <p:nvPr/>
        </p:nvSpPr>
        <p:spPr>
          <a:xfrm>
            <a:off x="5913222" y="3838890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B1F63D-5411-FAE0-F311-9BBC59B211D9}"/>
              </a:ext>
            </a:extLst>
          </p:cNvPr>
          <p:cNvSpPr txBox="1"/>
          <p:nvPr/>
        </p:nvSpPr>
        <p:spPr>
          <a:xfrm>
            <a:off x="6684589" y="3841752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B9838D-DC72-BFD0-2956-BB24451B9EB1}"/>
              </a:ext>
            </a:extLst>
          </p:cNvPr>
          <p:cNvSpPr txBox="1"/>
          <p:nvPr/>
        </p:nvSpPr>
        <p:spPr>
          <a:xfrm>
            <a:off x="7491799" y="3857761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4ED390D-DDE0-59C6-EA1E-4B4353ABB75A}"/>
              </a:ext>
            </a:extLst>
          </p:cNvPr>
          <p:cNvGrpSpPr/>
          <p:nvPr/>
        </p:nvGrpSpPr>
        <p:grpSpPr>
          <a:xfrm>
            <a:off x="2029605" y="3257324"/>
            <a:ext cx="1237568" cy="609767"/>
            <a:chOff x="1301067" y="1972669"/>
            <a:chExt cx="1237568" cy="609767"/>
          </a:xfrm>
        </p:grpSpPr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0DA15FAE-1874-E628-5EE8-BB3567E87F1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5803B4F-EBB0-7E00-C86C-79A18B4EF9B8}"/>
                </a:ext>
              </a:extLst>
            </p:cNvPr>
            <p:cNvSpPr txBox="1"/>
            <p:nvPr/>
          </p:nvSpPr>
          <p:spPr>
            <a:xfrm>
              <a:off x="1301067" y="1972669"/>
              <a:ext cx="12375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0.091944</a:t>
              </a:r>
              <a:endParaRPr lang="ru-RU" sz="2000" dirty="0"/>
            </a:p>
          </p:txBody>
        </p:sp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26FC302A-1C11-3DA4-4001-642097254CCE}"/>
              </a:ext>
            </a:extLst>
          </p:cNvPr>
          <p:cNvGrpSpPr/>
          <p:nvPr/>
        </p:nvGrpSpPr>
        <p:grpSpPr>
          <a:xfrm>
            <a:off x="4255482" y="3254450"/>
            <a:ext cx="1249559" cy="603311"/>
            <a:chOff x="1254451" y="1979125"/>
            <a:chExt cx="1249559" cy="603311"/>
          </a:xfrm>
        </p:grpSpPr>
        <p:sp>
          <p:nvSpPr>
            <p:cNvPr id="129" name="Овал 128">
              <a:extLst>
                <a:ext uri="{FF2B5EF4-FFF2-40B4-BE49-F238E27FC236}">
                  <a16:creationId xmlns:a16="http://schemas.microsoft.com/office/drawing/2014/main" id="{DA1E0977-14B9-9BA2-4958-F2E28E4A35E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74E9A67-1304-4586-0A09-7A2DD0B3C281}"/>
                </a:ext>
              </a:extLst>
            </p:cNvPr>
            <p:cNvSpPr txBox="1"/>
            <p:nvPr/>
          </p:nvSpPr>
          <p:spPr>
            <a:xfrm>
              <a:off x="1254451" y="1979125"/>
              <a:ext cx="12495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0.092268</a:t>
              </a:r>
              <a:endParaRPr lang="ru-RU" sz="2400" dirty="0"/>
            </a:p>
          </p:txBody>
        </p:sp>
      </p:grpSp>
      <p:grpSp>
        <p:nvGrpSpPr>
          <p:cNvPr id="131" name="Группа 130">
            <a:extLst>
              <a:ext uri="{FF2B5EF4-FFF2-40B4-BE49-F238E27FC236}">
                <a16:creationId xmlns:a16="http://schemas.microsoft.com/office/drawing/2014/main" id="{C83DCEB6-E144-FE49-1548-1A5F696BD876}"/>
              </a:ext>
            </a:extLst>
          </p:cNvPr>
          <p:cNvGrpSpPr/>
          <p:nvPr/>
        </p:nvGrpSpPr>
        <p:grpSpPr>
          <a:xfrm>
            <a:off x="5097200" y="3639895"/>
            <a:ext cx="1234966" cy="863775"/>
            <a:chOff x="1291789" y="2355240"/>
            <a:chExt cx="1234966" cy="863775"/>
          </a:xfrm>
        </p:grpSpPr>
        <p:sp>
          <p:nvSpPr>
            <p:cNvPr id="132" name="Овал 131">
              <a:extLst>
                <a:ext uri="{FF2B5EF4-FFF2-40B4-BE49-F238E27FC236}">
                  <a16:creationId xmlns:a16="http://schemas.microsoft.com/office/drawing/2014/main" id="{69DEE5EE-3DD9-E578-2E24-C408A7591BF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34FA1D9-9A2D-B3BB-974F-667B987A4810}"/>
                </a:ext>
              </a:extLst>
            </p:cNvPr>
            <p:cNvSpPr txBox="1"/>
            <p:nvPr/>
          </p:nvSpPr>
          <p:spPr>
            <a:xfrm>
              <a:off x="1291789" y="2818905"/>
              <a:ext cx="1234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0.092376</a:t>
              </a:r>
              <a:endParaRPr lang="ru-RU" sz="2400" dirty="0"/>
            </a:p>
          </p:txBody>
        </p:sp>
      </p:grpSp>
      <p:grpSp>
        <p:nvGrpSpPr>
          <p:cNvPr id="168" name="Группа 167">
            <a:extLst>
              <a:ext uri="{FF2B5EF4-FFF2-40B4-BE49-F238E27FC236}">
                <a16:creationId xmlns:a16="http://schemas.microsoft.com/office/drawing/2014/main" id="{67778A57-BEC0-2D0B-31D2-AEAE1BDD02B3}"/>
              </a:ext>
            </a:extLst>
          </p:cNvPr>
          <p:cNvGrpSpPr/>
          <p:nvPr/>
        </p:nvGrpSpPr>
        <p:grpSpPr>
          <a:xfrm>
            <a:off x="5873222" y="3238636"/>
            <a:ext cx="1265344" cy="628455"/>
            <a:chOff x="1279889" y="1953981"/>
            <a:chExt cx="1265344" cy="628455"/>
          </a:xfrm>
        </p:grpSpPr>
        <p:sp>
          <p:nvSpPr>
            <p:cNvPr id="169" name="Овал 168">
              <a:extLst>
                <a:ext uri="{FF2B5EF4-FFF2-40B4-BE49-F238E27FC236}">
                  <a16:creationId xmlns:a16="http://schemas.microsoft.com/office/drawing/2014/main" id="{878FCB18-76EA-40AA-5AFA-4E95B4BC11C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6BDE2A77-CFA4-8F9C-84E6-8D6C788309C7}"/>
                </a:ext>
              </a:extLst>
            </p:cNvPr>
            <p:cNvSpPr txBox="1"/>
            <p:nvPr/>
          </p:nvSpPr>
          <p:spPr>
            <a:xfrm>
              <a:off x="1279889" y="1953981"/>
              <a:ext cx="12653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0.092484</a:t>
              </a:r>
              <a:endParaRPr lang="ru-RU" sz="2400" dirty="0"/>
            </a:p>
          </p:txBody>
        </p:sp>
      </p:grpSp>
      <p:grpSp>
        <p:nvGrpSpPr>
          <p:cNvPr id="171" name="Группа 170">
            <a:extLst>
              <a:ext uri="{FF2B5EF4-FFF2-40B4-BE49-F238E27FC236}">
                <a16:creationId xmlns:a16="http://schemas.microsoft.com/office/drawing/2014/main" id="{E5BD0449-7C8C-F70A-B8D3-7E0B15B9FBE0}"/>
              </a:ext>
            </a:extLst>
          </p:cNvPr>
          <p:cNvGrpSpPr/>
          <p:nvPr/>
        </p:nvGrpSpPr>
        <p:grpSpPr>
          <a:xfrm>
            <a:off x="6699651" y="3639895"/>
            <a:ext cx="1242013" cy="846305"/>
            <a:chOff x="1291326" y="2355240"/>
            <a:chExt cx="1242013" cy="846305"/>
          </a:xfrm>
        </p:grpSpPr>
        <p:sp>
          <p:nvSpPr>
            <p:cNvPr id="172" name="Овал 171">
              <a:extLst>
                <a:ext uri="{FF2B5EF4-FFF2-40B4-BE49-F238E27FC236}">
                  <a16:creationId xmlns:a16="http://schemas.microsoft.com/office/drawing/2014/main" id="{EA4DBF8A-ED16-EEB2-4C5D-FC0479558E4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1ADA0ECE-E666-2C31-CA42-C212AEC5E3E3}"/>
                </a:ext>
              </a:extLst>
            </p:cNvPr>
            <p:cNvSpPr txBox="1"/>
            <p:nvPr/>
          </p:nvSpPr>
          <p:spPr>
            <a:xfrm>
              <a:off x="1291326" y="2801435"/>
              <a:ext cx="12420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0.092592</a:t>
              </a:r>
              <a:endParaRPr lang="ru-RU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0313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CEA74-91B2-F8DC-ED12-60C2807B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encoding time part 2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ACC66-09C6-BC28-69D0-E998B286091E}"/>
              </a:ext>
            </a:extLst>
          </p:cNvPr>
          <p:cNvSpPr txBox="1"/>
          <p:nvPr/>
        </p:nvSpPr>
        <p:spPr>
          <a:xfrm>
            <a:off x="9345818" y="2076910"/>
            <a:ext cx="248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ПЕППЕРОНИ</a:t>
            </a:r>
            <a:endParaRPr lang="ru-RU" sz="2400" b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9EC07EC-96B9-7497-7BE2-D155486310CF}"/>
              </a:ext>
            </a:extLst>
          </p:cNvPr>
          <p:cNvGraphicFramePr>
            <a:graphicFrameLocks noGrp="1"/>
          </p:cNvGraphicFramePr>
          <p:nvPr/>
        </p:nvGraphicFramePr>
        <p:xfrm>
          <a:off x="8907626" y="2862264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sp>
        <p:nvSpPr>
          <p:cNvPr id="32" name="Стрелка: вниз 31">
            <a:extLst>
              <a:ext uri="{FF2B5EF4-FFF2-40B4-BE49-F238E27FC236}">
                <a16:creationId xmlns:a16="http://schemas.microsoft.com/office/drawing/2014/main" id="{00CCBC13-C590-56EB-7576-FB7C4AAF6998}"/>
              </a:ext>
            </a:extLst>
          </p:cNvPr>
          <p:cNvSpPr/>
          <p:nvPr/>
        </p:nvSpPr>
        <p:spPr>
          <a:xfrm>
            <a:off x="10695898" y="1911395"/>
            <a:ext cx="121920" cy="273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C2AF4805-1F68-B4AA-12C2-43BBAA193984}"/>
              </a:ext>
            </a:extLst>
          </p:cNvPr>
          <p:cNvGrpSpPr/>
          <p:nvPr/>
        </p:nvGrpSpPr>
        <p:grpSpPr>
          <a:xfrm>
            <a:off x="265697" y="1820865"/>
            <a:ext cx="8388170" cy="779265"/>
            <a:chOff x="350330" y="2044369"/>
            <a:chExt cx="5681012" cy="527769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89E92279-7C0E-D91F-3ADE-23C921861E74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A0510870-E435-A937-24D8-4033DB293B05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9DC9BBA2-7162-478F-3EAE-2B9562ACAE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BFA6E245-C500-AC4D-DEDD-346014759B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16AB48-29F5-1463-1F96-7E8B01D9FB09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1EEB2B-1CD3-9F75-9FD2-8195FDD64E9B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5C8253B8-5E1D-E48B-03A3-BD537EA3FC32}"/>
              </a:ext>
            </a:extLst>
          </p:cNvPr>
          <p:cNvGrpSpPr/>
          <p:nvPr/>
        </p:nvGrpSpPr>
        <p:grpSpPr>
          <a:xfrm>
            <a:off x="3597469" y="2256802"/>
            <a:ext cx="848137" cy="609242"/>
            <a:chOff x="1482237" y="2355240"/>
            <a:chExt cx="848137" cy="609242"/>
          </a:xfrm>
        </p:grpSpPr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8EEE6E8A-7967-D8EA-0EEF-1BDBB33CD2F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D2D36B0-9986-EF1B-22A0-E51EB999AD5C}"/>
                </a:ext>
              </a:extLst>
            </p:cNvPr>
            <p:cNvSpPr txBox="1"/>
            <p:nvPr/>
          </p:nvSpPr>
          <p:spPr>
            <a:xfrm>
              <a:off x="1482237" y="2595150"/>
              <a:ext cx="84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0.0927</a:t>
              </a:r>
              <a:endParaRPr lang="ru-RU" sz="2000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E059030-6741-306F-C0ED-3B64A5B3A536}"/>
              </a:ext>
            </a:extLst>
          </p:cNvPr>
          <p:cNvSpPr txBox="1"/>
          <p:nvPr/>
        </p:nvSpPr>
        <p:spPr>
          <a:xfrm>
            <a:off x="1300865" y="2402990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670DD7-6816-3F73-E227-28D39F7BD7E1}"/>
              </a:ext>
            </a:extLst>
          </p:cNvPr>
          <p:cNvSpPr txBox="1"/>
          <p:nvPr/>
        </p:nvSpPr>
        <p:spPr>
          <a:xfrm>
            <a:off x="3119435" y="2417172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91E485-695A-4A9F-CC26-CBBA86AE05E5}"/>
              </a:ext>
            </a:extLst>
          </p:cNvPr>
          <p:cNvSpPr txBox="1"/>
          <p:nvPr/>
        </p:nvSpPr>
        <p:spPr>
          <a:xfrm>
            <a:off x="4257147" y="2455797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200DE8-2161-0ACB-D485-50A3DF64718A}"/>
              </a:ext>
            </a:extLst>
          </p:cNvPr>
          <p:cNvSpPr txBox="1"/>
          <p:nvPr/>
        </p:nvSpPr>
        <p:spPr>
          <a:xfrm>
            <a:off x="5074164" y="2458294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387CDF-8B1A-628E-9865-05CB5968D4AC}"/>
              </a:ext>
            </a:extLst>
          </p:cNvPr>
          <p:cNvSpPr txBox="1"/>
          <p:nvPr/>
        </p:nvSpPr>
        <p:spPr>
          <a:xfrm>
            <a:off x="5913222" y="2455797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8A84E2-DC8C-670C-6F4C-9DDC9DCC9156}"/>
              </a:ext>
            </a:extLst>
          </p:cNvPr>
          <p:cNvSpPr txBox="1"/>
          <p:nvPr/>
        </p:nvSpPr>
        <p:spPr>
          <a:xfrm>
            <a:off x="6684589" y="2458659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B05C9C-5ADD-B5BA-AA2E-48903CAD51AD}"/>
              </a:ext>
            </a:extLst>
          </p:cNvPr>
          <p:cNvSpPr txBox="1"/>
          <p:nvPr/>
        </p:nvSpPr>
        <p:spPr>
          <a:xfrm>
            <a:off x="7491799" y="2474668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17A82943-31B2-8906-0790-50E79BC58730}"/>
              </a:ext>
            </a:extLst>
          </p:cNvPr>
          <p:cNvGrpSpPr/>
          <p:nvPr/>
        </p:nvGrpSpPr>
        <p:grpSpPr>
          <a:xfrm>
            <a:off x="2114455" y="1886590"/>
            <a:ext cx="1078278" cy="597408"/>
            <a:chOff x="1385917" y="1985028"/>
            <a:chExt cx="1078278" cy="597408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630F9E1C-353E-E3CB-B77F-642C2B44362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7523652-F89A-F31C-9C12-6978F68257EE}"/>
                </a:ext>
              </a:extLst>
            </p:cNvPr>
            <p:cNvSpPr txBox="1"/>
            <p:nvPr/>
          </p:nvSpPr>
          <p:spPr>
            <a:xfrm>
              <a:off x="1385917" y="1985028"/>
              <a:ext cx="10782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0.09162</a:t>
              </a:r>
              <a:endParaRPr lang="ru-RU" sz="2000" dirty="0"/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32D342FC-1D6D-4C60-6F60-48DF24B56092}"/>
              </a:ext>
            </a:extLst>
          </p:cNvPr>
          <p:cNvGrpSpPr/>
          <p:nvPr/>
        </p:nvGrpSpPr>
        <p:grpSpPr>
          <a:xfrm>
            <a:off x="4367505" y="1871358"/>
            <a:ext cx="1045787" cy="603310"/>
            <a:chOff x="1366474" y="1979126"/>
            <a:chExt cx="1045787" cy="60331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6B1E729E-A21A-E0DF-5A68-F642F6081F8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8A5E6C4-ED78-5E02-F715-D2A2C20453B1}"/>
                </a:ext>
              </a:extLst>
            </p:cNvPr>
            <p:cNvSpPr txBox="1"/>
            <p:nvPr/>
          </p:nvSpPr>
          <p:spPr>
            <a:xfrm>
              <a:off x="1366474" y="1979126"/>
              <a:ext cx="10457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0.09324</a:t>
              </a:r>
              <a:endParaRPr lang="ru-RU" sz="24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49B016FF-AE7F-1163-7A6E-B0F87138C37B}"/>
              </a:ext>
            </a:extLst>
          </p:cNvPr>
          <p:cNvGrpSpPr/>
          <p:nvPr/>
        </p:nvGrpSpPr>
        <p:grpSpPr>
          <a:xfrm>
            <a:off x="5236090" y="2256802"/>
            <a:ext cx="1024796" cy="825774"/>
            <a:chOff x="1430679" y="2355240"/>
            <a:chExt cx="1024796" cy="82577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A0B080FB-DF5F-E3C1-6398-06D083D6055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5A93278-4FE8-322D-3E24-C4C08A81142F}"/>
                </a:ext>
              </a:extLst>
            </p:cNvPr>
            <p:cNvSpPr txBox="1"/>
            <p:nvPr/>
          </p:nvSpPr>
          <p:spPr>
            <a:xfrm>
              <a:off x="1430679" y="2780904"/>
              <a:ext cx="1024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0.09378</a:t>
              </a:r>
              <a:endParaRPr lang="ru-RU" sz="2400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43678082-8B26-4C01-AC86-6028DE99EB15}"/>
              </a:ext>
            </a:extLst>
          </p:cNvPr>
          <p:cNvGrpSpPr/>
          <p:nvPr/>
        </p:nvGrpSpPr>
        <p:grpSpPr>
          <a:xfrm>
            <a:off x="5945661" y="1864380"/>
            <a:ext cx="1110119" cy="619618"/>
            <a:chOff x="1352328" y="1962818"/>
            <a:chExt cx="1110119" cy="619618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347E77F4-3248-7B14-1A3A-4323D264411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9A3B175-1E72-1567-E378-3380BE2D14DA}"/>
                </a:ext>
              </a:extLst>
            </p:cNvPr>
            <p:cNvSpPr txBox="1"/>
            <p:nvPr/>
          </p:nvSpPr>
          <p:spPr>
            <a:xfrm>
              <a:off x="1352328" y="1962818"/>
              <a:ext cx="1110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0.09432</a:t>
              </a:r>
              <a:endParaRPr lang="ru-RU" sz="2400" dirty="0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4F58A7A5-88FD-DDC5-DB68-90C2DC7C9FF1}"/>
              </a:ext>
            </a:extLst>
          </p:cNvPr>
          <p:cNvGrpSpPr/>
          <p:nvPr/>
        </p:nvGrpSpPr>
        <p:grpSpPr>
          <a:xfrm>
            <a:off x="6825267" y="2256802"/>
            <a:ext cx="1085185" cy="792571"/>
            <a:chOff x="1416942" y="2355240"/>
            <a:chExt cx="1085185" cy="792571"/>
          </a:xfrm>
        </p:grpSpPr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3CE3AB3E-4E60-24B9-D7A2-4CD656EF7D9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884A94-C948-4053-A8C8-356B13409610}"/>
                </a:ext>
              </a:extLst>
            </p:cNvPr>
            <p:cNvSpPr txBox="1"/>
            <p:nvPr/>
          </p:nvSpPr>
          <p:spPr>
            <a:xfrm>
              <a:off x="1416942" y="2747701"/>
              <a:ext cx="10851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0.09486</a:t>
              </a:r>
              <a:endParaRPr lang="ru-RU" sz="2000" dirty="0"/>
            </a:p>
          </p:txBody>
        </p: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65A38C1F-CD1D-E755-8069-3C73041491A9}"/>
              </a:ext>
            </a:extLst>
          </p:cNvPr>
          <p:cNvGrpSpPr/>
          <p:nvPr/>
        </p:nvGrpSpPr>
        <p:grpSpPr>
          <a:xfrm>
            <a:off x="73337" y="3203958"/>
            <a:ext cx="8580530" cy="779265"/>
            <a:chOff x="220052" y="2044369"/>
            <a:chExt cx="5811290" cy="527769"/>
          </a:xfrm>
        </p:grpSpPr>
        <p:grpSp>
          <p:nvGrpSpPr>
            <p:cNvPr id="45" name="Группа 44">
              <a:extLst>
                <a:ext uri="{FF2B5EF4-FFF2-40B4-BE49-F238E27FC236}">
                  <a16:creationId xmlns:a16="http://schemas.microsoft.com/office/drawing/2014/main" id="{AA2545AD-8784-10A5-EF18-9D1ABE31F5D3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48" name="Прямая соединительная линия 47">
                <a:extLst>
                  <a:ext uri="{FF2B5EF4-FFF2-40B4-BE49-F238E27FC236}">
                    <a16:creationId xmlns:a16="http://schemas.microsoft.com/office/drawing/2014/main" id="{0D71E05C-C10A-290F-1931-57254EDF1533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Прямая соединительная линия 48">
                <a:extLst>
                  <a:ext uri="{FF2B5EF4-FFF2-40B4-BE49-F238E27FC236}">
                    <a16:creationId xmlns:a16="http://schemas.microsoft.com/office/drawing/2014/main" id="{C95C6997-48D3-F022-5645-0419E0C6F7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Прямая соединительная линия 49">
                <a:extLst>
                  <a:ext uri="{FF2B5EF4-FFF2-40B4-BE49-F238E27FC236}">
                    <a16:creationId xmlns:a16="http://schemas.microsoft.com/office/drawing/2014/main" id="{C317C02F-CD8B-E9B9-7256-ADE2B6A4F1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A753F5B-571A-EBCC-A22D-C2CA281BB711}"/>
                </a:ext>
              </a:extLst>
            </p:cNvPr>
            <p:cNvSpPr txBox="1"/>
            <p:nvPr/>
          </p:nvSpPr>
          <p:spPr>
            <a:xfrm>
              <a:off x="220052" y="2044369"/>
              <a:ext cx="684182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0.09162</a:t>
              </a:r>
              <a:endParaRPr lang="ru-RU" sz="20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BBAB01E-219F-D12A-5BE2-0DCAD230320B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0.0927</a:t>
              </a:r>
              <a:endParaRPr lang="ru-RU" sz="2000" dirty="0"/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997BD04D-9A18-70CC-6227-6ADBCA0B5FDC}"/>
              </a:ext>
            </a:extLst>
          </p:cNvPr>
          <p:cNvGrpSpPr/>
          <p:nvPr/>
        </p:nvGrpSpPr>
        <p:grpSpPr>
          <a:xfrm>
            <a:off x="3523991" y="3639895"/>
            <a:ext cx="1000089" cy="768382"/>
            <a:chOff x="1408759" y="2355240"/>
            <a:chExt cx="1000089" cy="768382"/>
          </a:xfrm>
        </p:grpSpPr>
        <p:sp>
          <p:nvSpPr>
            <p:cNvPr id="52" name="Овал 51">
              <a:extLst>
                <a:ext uri="{FF2B5EF4-FFF2-40B4-BE49-F238E27FC236}">
                  <a16:creationId xmlns:a16="http://schemas.microsoft.com/office/drawing/2014/main" id="{58A6BC95-89F3-FEF1-632F-B38ECB090CF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6636B3-E937-A448-8421-230E7756B919}"/>
                </a:ext>
              </a:extLst>
            </p:cNvPr>
            <p:cNvSpPr txBox="1"/>
            <p:nvPr/>
          </p:nvSpPr>
          <p:spPr>
            <a:xfrm>
              <a:off x="1408759" y="2754290"/>
              <a:ext cx="10000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0.09216</a:t>
              </a:r>
              <a:endParaRPr lang="ru-RU" sz="2000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9B8422F-0003-709E-E418-2580B1FCF302}"/>
              </a:ext>
            </a:extLst>
          </p:cNvPr>
          <p:cNvSpPr txBox="1"/>
          <p:nvPr/>
        </p:nvSpPr>
        <p:spPr>
          <a:xfrm>
            <a:off x="1300865" y="3786083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80B7EB-9878-92BA-4845-A527FFBE7F03}"/>
              </a:ext>
            </a:extLst>
          </p:cNvPr>
          <p:cNvSpPr txBox="1"/>
          <p:nvPr/>
        </p:nvSpPr>
        <p:spPr>
          <a:xfrm>
            <a:off x="3119435" y="3800265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EB2B51-4EE7-40A7-57F0-F9495E1189A7}"/>
              </a:ext>
            </a:extLst>
          </p:cNvPr>
          <p:cNvSpPr txBox="1"/>
          <p:nvPr/>
        </p:nvSpPr>
        <p:spPr>
          <a:xfrm>
            <a:off x="4257147" y="3838890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002AD2-D9F8-38CC-9E9E-EF3F1EAC5F1F}"/>
              </a:ext>
            </a:extLst>
          </p:cNvPr>
          <p:cNvSpPr txBox="1"/>
          <p:nvPr/>
        </p:nvSpPr>
        <p:spPr>
          <a:xfrm>
            <a:off x="5074164" y="3841387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6A201E-5DA0-F8A9-07B0-9C00464AE770}"/>
              </a:ext>
            </a:extLst>
          </p:cNvPr>
          <p:cNvSpPr txBox="1"/>
          <p:nvPr/>
        </p:nvSpPr>
        <p:spPr>
          <a:xfrm>
            <a:off x="5913222" y="3838890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B1F63D-5411-FAE0-F311-9BBC59B211D9}"/>
              </a:ext>
            </a:extLst>
          </p:cNvPr>
          <p:cNvSpPr txBox="1"/>
          <p:nvPr/>
        </p:nvSpPr>
        <p:spPr>
          <a:xfrm>
            <a:off x="6684589" y="3841752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B9838D-DC72-BFD0-2956-BB24451B9EB1}"/>
              </a:ext>
            </a:extLst>
          </p:cNvPr>
          <p:cNvSpPr txBox="1"/>
          <p:nvPr/>
        </p:nvSpPr>
        <p:spPr>
          <a:xfrm>
            <a:off x="7491799" y="3857761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4ED390D-DDE0-59C6-EA1E-4B4353ABB75A}"/>
              </a:ext>
            </a:extLst>
          </p:cNvPr>
          <p:cNvGrpSpPr/>
          <p:nvPr/>
        </p:nvGrpSpPr>
        <p:grpSpPr>
          <a:xfrm>
            <a:off x="2029605" y="3257324"/>
            <a:ext cx="1237568" cy="609767"/>
            <a:chOff x="1301067" y="1972669"/>
            <a:chExt cx="1237568" cy="609767"/>
          </a:xfrm>
        </p:grpSpPr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0DA15FAE-1874-E628-5EE8-BB3567E87F1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5803B4F-EBB0-7E00-C86C-79A18B4EF9B8}"/>
                </a:ext>
              </a:extLst>
            </p:cNvPr>
            <p:cNvSpPr txBox="1"/>
            <p:nvPr/>
          </p:nvSpPr>
          <p:spPr>
            <a:xfrm>
              <a:off x="1301067" y="1972669"/>
              <a:ext cx="12375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0.091944</a:t>
              </a:r>
              <a:endParaRPr lang="ru-RU" sz="2000" dirty="0"/>
            </a:p>
          </p:txBody>
        </p:sp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26FC302A-1C11-3DA4-4001-642097254CCE}"/>
              </a:ext>
            </a:extLst>
          </p:cNvPr>
          <p:cNvGrpSpPr/>
          <p:nvPr/>
        </p:nvGrpSpPr>
        <p:grpSpPr>
          <a:xfrm>
            <a:off x="4255482" y="3254450"/>
            <a:ext cx="1249559" cy="603311"/>
            <a:chOff x="1254451" y="1979125"/>
            <a:chExt cx="1249559" cy="603311"/>
          </a:xfrm>
        </p:grpSpPr>
        <p:sp>
          <p:nvSpPr>
            <p:cNvPr id="129" name="Овал 128">
              <a:extLst>
                <a:ext uri="{FF2B5EF4-FFF2-40B4-BE49-F238E27FC236}">
                  <a16:creationId xmlns:a16="http://schemas.microsoft.com/office/drawing/2014/main" id="{DA1E0977-14B9-9BA2-4958-F2E28E4A35E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74E9A67-1304-4586-0A09-7A2DD0B3C281}"/>
                </a:ext>
              </a:extLst>
            </p:cNvPr>
            <p:cNvSpPr txBox="1"/>
            <p:nvPr/>
          </p:nvSpPr>
          <p:spPr>
            <a:xfrm>
              <a:off x="1254451" y="1979125"/>
              <a:ext cx="12495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0.092268</a:t>
              </a:r>
              <a:endParaRPr lang="ru-RU" sz="2400" dirty="0"/>
            </a:p>
          </p:txBody>
        </p:sp>
      </p:grpSp>
      <p:grpSp>
        <p:nvGrpSpPr>
          <p:cNvPr id="131" name="Группа 130">
            <a:extLst>
              <a:ext uri="{FF2B5EF4-FFF2-40B4-BE49-F238E27FC236}">
                <a16:creationId xmlns:a16="http://schemas.microsoft.com/office/drawing/2014/main" id="{C83DCEB6-E144-FE49-1548-1A5F696BD876}"/>
              </a:ext>
            </a:extLst>
          </p:cNvPr>
          <p:cNvGrpSpPr/>
          <p:nvPr/>
        </p:nvGrpSpPr>
        <p:grpSpPr>
          <a:xfrm>
            <a:off x="5097200" y="3639895"/>
            <a:ext cx="1234966" cy="863775"/>
            <a:chOff x="1291789" y="2355240"/>
            <a:chExt cx="1234966" cy="863775"/>
          </a:xfrm>
        </p:grpSpPr>
        <p:sp>
          <p:nvSpPr>
            <p:cNvPr id="132" name="Овал 131">
              <a:extLst>
                <a:ext uri="{FF2B5EF4-FFF2-40B4-BE49-F238E27FC236}">
                  <a16:creationId xmlns:a16="http://schemas.microsoft.com/office/drawing/2014/main" id="{69DEE5EE-3DD9-E578-2E24-C408A7591BF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34FA1D9-9A2D-B3BB-974F-667B987A4810}"/>
                </a:ext>
              </a:extLst>
            </p:cNvPr>
            <p:cNvSpPr txBox="1"/>
            <p:nvPr/>
          </p:nvSpPr>
          <p:spPr>
            <a:xfrm>
              <a:off x="1291789" y="2818905"/>
              <a:ext cx="1234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0.092376</a:t>
              </a:r>
              <a:endParaRPr lang="ru-RU" sz="2400" dirty="0"/>
            </a:p>
          </p:txBody>
        </p:sp>
      </p:grpSp>
      <p:grpSp>
        <p:nvGrpSpPr>
          <p:cNvPr id="168" name="Группа 167">
            <a:extLst>
              <a:ext uri="{FF2B5EF4-FFF2-40B4-BE49-F238E27FC236}">
                <a16:creationId xmlns:a16="http://schemas.microsoft.com/office/drawing/2014/main" id="{67778A57-BEC0-2D0B-31D2-AEAE1BDD02B3}"/>
              </a:ext>
            </a:extLst>
          </p:cNvPr>
          <p:cNvGrpSpPr/>
          <p:nvPr/>
        </p:nvGrpSpPr>
        <p:grpSpPr>
          <a:xfrm>
            <a:off x="5873222" y="3238636"/>
            <a:ext cx="1265344" cy="628455"/>
            <a:chOff x="1279889" y="1953981"/>
            <a:chExt cx="1265344" cy="628455"/>
          </a:xfrm>
        </p:grpSpPr>
        <p:sp>
          <p:nvSpPr>
            <p:cNvPr id="169" name="Овал 168">
              <a:extLst>
                <a:ext uri="{FF2B5EF4-FFF2-40B4-BE49-F238E27FC236}">
                  <a16:creationId xmlns:a16="http://schemas.microsoft.com/office/drawing/2014/main" id="{878FCB18-76EA-40AA-5AFA-4E95B4BC11C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6BDE2A77-CFA4-8F9C-84E6-8D6C788309C7}"/>
                </a:ext>
              </a:extLst>
            </p:cNvPr>
            <p:cNvSpPr txBox="1"/>
            <p:nvPr/>
          </p:nvSpPr>
          <p:spPr>
            <a:xfrm>
              <a:off x="1279889" y="1953981"/>
              <a:ext cx="12653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0.092484</a:t>
              </a:r>
              <a:endParaRPr lang="ru-RU" sz="2400" dirty="0"/>
            </a:p>
          </p:txBody>
        </p:sp>
      </p:grpSp>
      <p:grpSp>
        <p:nvGrpSpPr>
          <p:cNvPr id="171" name="Группа 170">
            <a:extLst>
              <a:ext uri="{FF2B5EF4-FFF2-40B4-BE49-F238E27FC236}">
                <a16:creationId xmlns:a16="http://schemas.microsoft.com/office/drawing/2014/main" id="{E5BD0449-7C8C-F70A-B8D3-7E0B15B9FBE0}"/>
              </a:ext>
            </a:extLst>
          </p:cNvPr>
          <p:cNvGrpSpPr/>
          <p:nvPr/>
        </p:nvGrpSpPr>
        <p:grpSpPr>
          <a:xfrm>
            <a:off x="6699651" y="3639895"/>
            <a:ext cx="1242013" cy="846305"/>
            <a:chOff x="1291326" y="2355240"/>
            <a:chExt cx="1242013" cy="846305"/>
          </a:xfrm>
        </p:grpSpPr>
        <p:sp>
          <p:nvSpPr>
            <p:cNvPr id="172" name="Овал 171">
              <a:extLst>
                <a:ext uri="{FF2B5EF4-FFF2-40B4-BE49-F238E27FC236}">
                  <a16:creationId xmlns:a16="http://schemas.microsoft.com/office/drawing/2014/main" id="{EA4DBF8A-ED16-EEB2-4C5D-FC0479558E4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1ADA0ECE-E666-2C31-CA42-C212AEC5E3E3}"/>
                </a:ext>
              </a:extLst>
            </p:cNvPr>
            <p:cNvSpPr txBox="1"/>
            <p:nvPr/>
          </p:nvSpPr>
          <p:spPr>
            <a:xfrm>
              <a:off x="1291326" y="2801435"/>
              <a:ext cx="12420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0.092592</a:t>
              </a:r>
              <a:endParaRPr lang="ru-RU" sz="2000" dirty="0"/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AF061A9B-0EE7-C2E7-2183-95EFF46EF52F}"/>
              </a:ext>
            </a:extLst>
          </p:cNvPr>
          <p:cNvGrpSpPr/>
          <p:nvPr/>
        </p:nvGrpSpPr>
        <p:grpSpPr>
          <a:xfrm>
            <a:off x="1" y="4765843"/>
            <a:ext cx="8708770" cy="779265"/>
            <a:chOff x="220053" y="2044369"/>
            <a:chExt cx="5898142" cy="527769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48C29837-1162-193C-3516-7277BEE5D05D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E7F1150E-7ED7-A1F7-CD1A-C029398D8595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6B0172EF-DE84-2037-E0E5-0655BC0CB8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Прямая соединительная линия 133">
                <a:extLst>
                  <a:ext uri="{FF2B5EF4-FFF2-40B4-BE49-F238E27FC236}">
                    <a16:creationId xmlns:a16="http://schemas.microsoft.com/office/drawing/2014/main" id="{F27A23E1-1DAE-8899-602C-4657554084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336BB5C-BD43-4191-CA49-0AC9BA858B68}"/>
                </a:ext>
              </a:extLst>
            </p:cNvPr>
            <p:cNvSpPr txBox="1"/>
            <p:nvPr/>
          </p:nvSpPr>
          <p:spPr>
            <a:xfrm>
              <a:off x="220053" y="2044369"/>
              <a:ext cx="684182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0.09216</a:t>
              </a:r>
              <a:endParaRPr lang="ru-RU" sz="20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6562C32-B5FE-AF4A-1919-2F11C0E81FCA}"/>
                </a:ext>
              </a:extLst>
            </p:cNvPr>
            <p:cNvSpPr txBox="1"/>
            <p:nvPr/>
          </p:nvSpPr>
          <p:spPr>
            <a:xfrm>
              <a:off x="5347161" y="2048506"/>
              <a:ext cx="77103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0.092268</a:t>
              </a:r>
              <a:endParaRPr lang="ru-RU" sz="2000" dirty="0"/>
            </a:p>
          </p:txBody>
        </p:sp>
      </p:grpSp>
      <p:grpSp>
        <p:nvGrpSpPr>
          <p:cNvPr id="135" name="Группа 134">
            <a:extLst>
              <a:ext uri="{FF2B5EF4-FFF2-40B4-BE49-F238E27FC236}">
                <a16:creationId xmlns:a16="http://schemas.microsoft.com/office/drawing/2014/main" id="{964BD332-241F-20E9-33AC-1D04F92320B2}"/>
              </a:ext>
            </a:extLst>
          </p:cNvPr>
          <p:cNvGrpSpPr/>
          <p:nvPr/>
        </p:nvGrpSpPr>
        <p:grpSpPr>
          <a:xfrm>
            <a:off x="3332799" y="5201780"/>
            <a:ext cx="1182688" cy="768382"/>
            <a:chOff x="1290904" y="2355240"/>
            <a:chExt cx="1182688" cy="768382"/>
          </a:xfrm>
        </p:grpSpPr>
        <p:sp>
          <p:nvSpPr>
            <p:cNvPr id="136" name="Овал 135">
              <a:extLst>
                <a:ext uri="{FF2B5EF4-FFF2-40B4-BE49-F238E27FC236}">
                  <a16:creationId xmlns:a16="http://schemas.microsoft.com/office/drawing/2014/main" id="{4503AFFD-03C9-DDD8-599E-B8E54F6CAF3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C27C4572-C1EB-9A8C-EC3B-9082B478A912}"/>
                </a:ext>
              </a:extLst>
            </p:cNvPr>
            <p:cNvSpPr txBox="1"/>
            <p:nvPr/>
          </p:nvSpPr>
          <p:spPr>
            <a:xfrm>
              <a:off x="1290904" y="2754290"/>
              <a:ext cx="1182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0.092214</a:t>
              </a:r>
              <a:endParaRPr lang="ru-RU" sz="2000" dirty="0"/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34DAC4D3-34B3-CD5B-81F7-0F20E8437312}"/>
              </a:ext>
            </a:extLst>
          </p:cNvPr>
          <p:cNvSpPr txBox="1"/>
          <p:nvPr/>
        </p:nvSpPr>
        <p:spPr>
          <a:xfrm>
            <a:off x="1227528" y="5347968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A25D582-EC4B-BD38-FC38-1C8AA4559A03}"/>
              </a:ext>
            </a:extLst>
          </p:cNvPr>
          <p:cNvSpPr txBox="1"/>
          <p:nvPr/>
        </p:nvSpPr>
        <p:spPr>
          <a:xfrm>
            <a:off x="3046098" y="5362150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044B6D8-095C-674F-1D82-6A6A45EA8502}"/>
              </a:ext>
            </a:extLst>
          </p:cNvPr>
          <p:cNvSpPr txBox="1"/>
          <p:nvPr/>
        </p:nvSpPr>
        <p:spPr>
          <a:xfrm>
            <a:off x="4183810" y="5400775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C6BEF98-6A85-9791-37A1-807235E911E9}"/>
              </a:ext>
            </a:extLst>
          </p:cNvPr>
          <p:cNvSpPr txBox="1"/>
          <p:nvPr/>
        </p:nvSpPr>
        <p:spPr>
          <a:xfrm>
            <a:off x="5000827" y="5403272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4354885-5B93-7A76-071E-CCF771A83382}"/>
              </a:ext>
            </a:extLst>
          </p:cNvPr>
          <p:cNvSpPr txBox="1"/>
          <p:nvPr/>
        </p:nvSpPr>
        <p:spPr>
          <a:xfrm>
            <a:off x="5839885" y="5400775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D0C74D0-5ECF-FF0A-79EC-09AB23A64535}"/>
              </a:ext>
            </a:extLst>
          </p:cNvPr>
          <p:cNvSpPr txBox="1"/>
          <p:nvPr/>
        </p:nvSpPr>
        <p:spPr>
          <a:xfrm>
            <a:off x="6611252" y="5403637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C8EAB9D-B8B8-B6FF-D825-9F1608FFFE64}"/>
              </a:ext>
            </a:extLst>
          </p:cNvPr>
          <p:cNvSpPr txBox="1"/>
          <p:nvPr/>
        </p:nvSpPr>
        <p:spPr>
          <a:xfrm>
            <a:off x="7418462" y="5419646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145" name="Группа 144">
            <a:extLst>
              <a:ext uri="{FF2B5EF4-FFF2-40B4-BE49-F238E27FC236}">
                <a16:creationId xmlns:a16="http://schemas.microsoft.com/office/drawing/2014/main" id="{0975DEAA-1261-86B3-D898-8CCD81B64B52}"/>
              </a:ext>
            </a:extLst>
          </p:cNvPr>
          <p:cNvGrpSpPr/>
          <p:nvPr/>
        </p:nvGrpSpPr>
        <p:grpSpPr>
          <a:xfrm>
            <a:off x="1956268" y="4819209"/>
            <a:ext cx="1327310" cy="609767"/>
            <a:chOff x="1301067" y="1972669"/>
            <a:chExt cx="1327310" cy="609767"/>
          </a:xfrm>
        </p:grpSpPr>
        <p:sp>
          <p:nvSpPr>
            <p:cNvPr id="146" name="Овал 145">
              <a:extLst>
                <a:ext uri="{FF2B5EF4-FFF2-40B4-BE49-F238E27FC236}">
                  <a16:creationId xmlns:a16="http://schemas.microsoft.com/office/drawing/2014/main" id="{8FEED234-B5E4-328C-8E1F-4A1A09708CC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DF615F2-E371-6D6C-B01E-5951DD4E2653}"/>
                </a:ext>
              </a:extLst>
            </p:cNvPr>
            <p:cNvSpPr txBox="1"/>
            <p:nvPr/>
          </p:nvSpPr>
          <p:spPr>
            <a:xfrm>
              <a:off x="1301067" y="1972669"/>
              <a:ext cx="13273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0.0921924</a:t>
              </a:r>
              <a:endParaRPr lang="ru-RU" sz="2000" dirty="0"/>
            </a:p>
          </p:txBody>
        </p:sp>
      </p:grpSp>
      <p:grpSp>
        <p:nvGrpSpPr>
          <p:cNvPr id="148" name="Группа 147">
            <a:extLst>
              <a:ext uri="{FF2B5EF4-FFF2-40B4-BE49-F238E27FC236}">
                <a16:creationId xmlns:a16="http://schemas.microsoft.com/office/drawing/2014/main" id="{B86670F6-C953-3627-446C-242D0E7081B9}"/>
              </a:ext>
            </a:extLst>
          </p:cNvPr>
          <p:cNvGrpSpPr/>
          <p:nvPr/>
        </p:nvGrpSpPr>
        <p:grpSpPr>
          <a:xfrm>
            <a:off x="4135107" y="4807672"/>
            <a:ext cx="1385919" cy="611974"/>
            <a:chOff x="1207413" y="1970462"/>
            <a:chExt cx="1385919" cy="611974"/>
          </a:xfrm>
        </p:grpSpPr>
        <p:sp>
          <p:nvSpPr>
            <p:cNvPr id="149" name="Овал 148">
              <a:extLst>
                <a:ext uri="{FF2B5EF4-FFF2-40B4-BE49-F238E27FC236}">
                  <a16:creationId xmlns:a16="http://schemas.microsoft.com/office/drawing/2014/main" id="{431BCC37-A96A-8542-3D63-468423272AD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48CC0B9-2864-272C-8B44-3B64253364AD}"/>
                </a:ext>
              </a:extLst>
            </p:cNvPr>
            <p:cNvSpPr txBox="1"/>
            <p:nvPr/>
          </p:nvSpPr>
          <p:spPr>
            <a:xfrm>
              <a:off x="1207413" y="1970462"/>
              <a:ext cx="13859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0.0922248</a:t>
              </a:r>
              <a:endParaRPr lang="ru-RU" sz="2400" dirty="0"/>
            </a:p>
          </p:txBody>
        </p:sp>
      </p:grpSp>
      <p:grpSp>
        <p:nvGrpSpPr>
          <p:cNvPr id="151" name="Группа 150">
            <a:extLst>
              <a:ext uri="{FF2B5EF4-FFF2-40B4-BE49-F238E27FC236}">
                <a16:creationId xmlns:a16="http://schemas.microsoft.com/office/drawing/2014/main" id="{0739A5AB-BBAF-274F-63E5-8751C5A3B371}"/>
              </a:ext>
            </a:extLst>
          </p:cNvPr>
          <p:cNvGrpSpPr/>
          <p:nvPr/>
        </p:nvGrpSpPr>
        <p:grpSpPr>
          <a:xfrm>
            <a:off x="4987405" y="5201780"/>
            <a:ext cx="1308303" cy="868324"/>
            <a:chOff x="1255331" y="2355240"/>
            <a:chExt cx="1308303" cy="868324"/>
          </a:xfrm>
        </p:grpSpPr>
        <p:sp>
          <p:nvSpPr>
            <p:cNvPr id="152" name="Овал 151">
              <a:extLst>
                <a:ext uri="{FF2B5EF4-FFF2-40B4-BE49-F238E27FC236}">
                  <a16:creationId xmlns:a16="http://schemas.microsoft.com/office/drawing/2014/main" id="{B33FE267-092B-8B57-5F1D-9F06BACBD59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3216D1B-A1CA-C273-3838-B71F1A8E046D}"/>
                </a:ext>
              </a:extLst>
            </p:cNvPr>
            <p:cNvSpPr txBox="1"/>
            <p:nvPr/>
          </p:nvSpPr>
          <p:spPr>
            <a:xfrm>
              <a:off x="1255331" y="2823454"/>
              <a:ext cx="13083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0.0922356</a:t>
              </a:r>
              <a:endParaRPr lang="ru-RU" sz="2400" dirty="0"/>
            </a:p>
          </p:txBody>
        </p:sp>
      </p:grpSp>
      <p:grpSp>
        <p:nvGrpSpPr>
          <p:cNvPr id="154" name="Группа 153">
            <a:extLst>
              <a:ext uri="{FF2B5EF4-FFF2-40B4-BE49-F238E27FC236}">
                <a16:creationId xmlns:a16="http://schemas.microsoft.com/office/drawing/2014/main" id="{74544496-B7A5-2B1D-E230-95A7AF1BA30B}"/>
              </a:ext>
            </a:extLst>
          </p:cNvPr>
          <p:cNvGrpSpPr/>
          <p:nvPr/>
        </p:nvGrpSpPr>
        <p:grpSpPr>
          <a:xfrm>
            <a:off x="5799885" y="4800521"/>
            <a:ext cx="1265344" cy="628455"/>
            <a:chOff x="1279889" y="1953981"/>
            <a:chExt cx="1265344" cy="628455"/>
          </a:xfrm>
        </p:grpSpPr>
        <p:sp>
          <p:nvSpPr>
            <p:cNvPr id="155" name="Овал 154">
              <a:extLst>
                <a:ext uri="{FF2B5EF4-FFF2-40B4-BE49-F238E27FC236}">
                  <a16:creationId xmlns:a16="http://schemas.microsoft.com/office/drawing/2014/main" id="{F8D8CD74-99D8-872D-69D3-9B6206041333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AFEA2D5-2B53-128E-A259-935AA95ED07C}"/>
                </a:ext>
              </a:extLst>
            </p:cNvPr>
            <p:cNvSpPr txBox="1"/>
            <p:nvPr/>
          </p:nvSpPr>
          <p:spPr>
            <a:xfrm>
              <a:off x="1279889" y="1953981"/>
              <a:ext cx="12653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0.0922464</a:t>
              </a:r>
              <a:endParaRPr lang="ru-RU" sz="2400" dirty="0"/>
            </a:p>
          </p:txBody>
        </p:sp>
      </p:grpSp>
      <p:grpSp>
        <p:nvGrpSpPr>
          <p:cNvPr id="157" name="Группа 156">
            <a:extLst>
              <a:ext uri="{FF2B5EF4-FFF2-40B4-BE49-F238E27FC236}">
                <a16:creationId xmlns:a16="http://schemas.microsoft.com/office/drawing/2014/main" id="{897FE9E7-3162-3DD8-4E34-E9B7EB8E609B}"/>
              </a:ext>
            </a:extLst>
          </p:cNvPr>
          <p:cNvGrpSpPr/>
          <p:nvPr/>
        </p:nvGrpSpPr>
        <p:grpSpPr>
          <a:xfrm>
            <a:off x="6626314" y="5201780"/>
            <a:ext cx="1284138" cy="846305"/>
            <a:chOff x="1291326" y="2355240"/>
            <a:chExt cx="1284138" cy="846305"/>
          </a:xfrm>
        </p:grpSpPr>
        <p:sp>
          <p:nvSpPr>
            <p:cNvPr id="158" name="Овал 157">
              <a:extLst>
                <a:ext uri="{FF2B5EF4-FFF2-40B4-BE49-F238E27FC236}">
                  <a16:creationId xmlns:a16="http://schemas.microsoft.com/office/drawing/2014/main" id="{6612B07C-774A-A5F8-3EDD-D89E0392699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56B166E0-D7CF-0335-ABEC-ADA1CED76949}"/>
                </a:ext>
              </a:extLst>
            </p:cNvPr>
            <p:cNvSpPr txBox="1"/>
            <p:nvPr/>
          </p:nvSpPr>
          <p:spPr>
            <a:xfrm>
              <a:off x="1291326" y="2801435"/>
              <a:ext cx="12841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0.0922572</a:t>
              </a:r>
              <a:endParaRPr lang="ru-RU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711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A542B3-41D9-D929-08C8-FC014D70E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IN THE END…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F8B38B8-0094-24D8-1FCD-0212159F8FCA}"/>
              </a:ext>
            </a:extLst>
          </p:cNvPr>
          <p:cNvGrpSpPr/>
          <p:nvPr/>
        </p:nvGrpSpPr>
        <p:grpSpPr>
          <a:xfrm>
            <a:off x="220299" y="2150258"/>
            <a:ext cx="11751403" cy="683137"/>
            <a:chOff x="298943" y="1889001"/>
            <a:chExt cx="5667043" cy="683137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814584AF-3853-B924-0799-D7D349B0D468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6213ACC9-5098-92E6-CCF1-8B316E57FED7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91ABBA2-66BF-06AB-FD48-96832F44B5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4556C671-9DC8-4FC6-64F3-CC013814A0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D02BC4-EA8D-DB31-4696-4B681CA2A155}"/>
                </a:ext>
              </a:extLst>
            </p:cNvPr>
            <p:cNvSpPr txBox="1"/>
            <p:nvPr/>
          </p:nvSpPr>
          <p:spPr>
            <a:xfrm>
              <a:off x="298943" y="1889001"/>
              <a:ext cx="7963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0.0922333212</a:t>
              </a:r>
              <a:endParaRPr lang="ru-RU" sz="2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A691E4-17A0-BE7B-9E8B-FE159EF59FC7}"/>
                </a:ext>
              </a:extLst>
            </p:cNvPr>
            <p:cNvSpPr txBox="1"/>
            <p:nvPr/>
          </p:nvSpPr>
          <p:spPr>
            <a:xfrm>
              <a:off x="5231445" y="1889001"/>
              <a:ext cx="7345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0.092233334</a:t>
              </a:r>
              <a:endParaRPr lang="ru-RU" sz="20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3CAA502-A9F3-046B-452A-CFA2115C1F71}"/>
              </a:ext>
            </a:extLst>
          </p:cNvPr>
          <p:cNvSpPr txBox="1"/>
          <p:nvPr/>
        </p:nvSpPr>
        <p:spPr>
          <a:xfrm>
            <a:off x="1512233" y="3264683"/>
            <a:ext cx="9167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0.0922333212 &lt; 0.09223333 &lt; 0.092233334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4C8486-F51F-742F-2332-B1BC520BC192}"/>
              </a:ext>
            </a:extLst>
          </p:cNvPr>
          <p:cNvSpPr txBox="1"/>
          <p:nvPr/>
        </p:nvSpPr>
        <p:spPr>
          <a:xfrm>
            <a:off x="220299" y="5105924"/>
            <a:ext cx="3134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Ответ: </a:t>
            </a:r>
            <a:r>
              <a:rPr lang="en-US" sz="2800" dirty="0"/>
              <a:t>0.09223333</a:t>
            </a:r>
            <a:r>
              <a:rPr lang="ru-RU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998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F42A5-85FA-D508-8E00-111B604F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Немного теории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9236F-993D-E78C-0EEE-11370F892EA0}"/>
              </a:ext>
            </a:extLst>
          </p:cNvPr>
          <p:cNvSpPr txBox="1"/>
          <p:nvPr/>
        </p:nvSpPr>
        <p:spPr>
          <a:xfrm>
            <a:off x="581192" y="1922106"/>
            <a:ext cx="3860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0xFE 0xB3 0x23 0xA6  0x…</a:t>
            </a:r>
            <a:endParaRPr lang="ru-RU" sz="2400" dirty="0"/>
          </a:p>
        </p:txBody>
      </p:sp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B5F2403C-A51E-AA75-F960-CF1AB1AC96D9}"/>
              </a:ext>
            </a:extLst>
          </p:cNvPr>
          <p:cNvSpPr/>
          <p:nvPr/>
        </p:nvSpPr>
        <p:spPr>
          <a:xfrm>
            <a:off x="5515738" y="1989650"/>
            <a:ext cx="1020147" cy="326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6B0641-7177-7CF9-6F4D-A4F27FD50604}"/>
              </a:ext>
            </a:extLst>
          </p:cNvPr>
          <p:cNvSpPr txBox="1"/>
          <p:nvPr/>
        </p:nvSpPr>
        <p:spPr>
          <a:xfrm>
            <a:off x="7610253" y="1922104"/>
            <a:ext cx="3860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3524522389</a:t>
            </a:r>
            <a:endParaRPr lang="ru-RU" sz="240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20F68A4-E3B2-6BC4-620F-B1AB06E6A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04" y="2887831"/>
            <a:ext cx="2060927" cy="108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Стрелка: вправо 6">
            <a:extLst>
              <a:ext uri="{FF2B5EF4-FFF2-40B4-BE49-F238E27FC236}">
                <a16:creationId xmlns:a16="http://schemas.microsoft.com/office/drawing/2014/main" id="{E2F570E3-2676-85B8-58E9-C2C406D1E8CD}"/>
              </a:ext>
            </a:extLst>
          </p:cNvPr>
          <p:cNvSpPr/>
          <p:nvPr/>
        </p:nvSpPr>
        <p:spPr>
          <a:xfrm>
            <a:off x="5515737" y="3333825"/>
            <a:ext cx="1020147" cy="326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4815C5-DCB9-7E93-086C-2BBFEB50B42E}"/>
              </a:ext>
            </a:extLst>
          </p:cNvPr>
          <p:cNvSpPr txBox="1"/>
          <p:nvPr/>
        </p:nvSpPr>
        <p:spPr>
          <a:xfrm>
            <a:off x="7610252" y="3198166"/>
            <a:ext cx="3860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652390751255</a:t>
            </a:r>
            <a:endParaRPr lang="ru-RU" sz="2400" dirty="0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1730A25D-4D78-6E19-9DBF-3C03BF7F8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067" y="2983067"/>
            <a:ext cx="1048930" cy="1048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8456E5C9-BB48-A377-B205-DB10242472C9}"/>
              </a:ext>
            </a:extLst>
          </p:cNvPr>
          <p:cNvGrpSpPr/>
          <p:nvPr/>
        </p:nvGrpSpPr>
        <p:grpSpPr>
          <a:xfrm>
            <a:off x="2397238" y="5296350"/>
            <a:ext cx="7397486" cy="791615"/>
            <a:chOff x="3430972" y="5203192"/>
            <a:chExt cx="5347804" cy="572276"/>
          </a:xfrm>
        </p:grpSpPr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99F8C67E-9C13-F163-EBDA-EE7BDA47F6AB}"/>
                </a:ext>
              </a:extLst>
            </p:cNvPr>
            <p:cNvCxnSpPr/>
            <p:nvPr/>
          </p:nvCxnSpPr>
          <p:spPr>
            <a:xfrm>
              <a:off x="3544077" y="5633954"/>
              <a:ext cx="5103845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429571EC-2131-BE8D-0A91-98DBB2C59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5027" y="5492440"/>
              <a:ext cx="0" cy="28302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4C7B2A59-7933-1FB6-77E8-973477258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65673" y="5492440"/>
              <a:ext cx="0" cy="28302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2E788E2-3238-9849-495A-B277D0E5F75C}"/>
                </a:ext>
              </a:extLst>
            </p:cNvPr>
            <p:cNvSpPr txBox="1"/>
            <p:nvPr/>
          </p:nvSpPr>
          <p:spPr>
            <a:xfrm>
              <a:off x="3430972" y="5233843"/>
              <a:ext cx="226207" cy="289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443D4FD-1B67-AE91-81A0-965F0FAA5E75}"/>
                </a:ext>
              </a:extLst>
            </p:cNvPr>
            <p:cNvSpPr txBox="1"/>
            <p:nvPr/>
          </p:nvSpPr>
          <p:spPr>
            <a:xfrm>
              <a:off x="8552569" y="5203192"/>
              <a:ext cx="226207" cy="289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5646F147-8756-E3A9-022E-F9DA541950CF}"/>
                </a:ext>
              </a:extLst>
            </p:cNvPr>
            <p:cNvSpPr/>
            <p:nvPr/>
          </p:nvSpPr>
          <p:spPr>
            <a:xfrm>
              <a:off x="5766815" y="5545109"/>
              <a:ext cx="177689" cy="177689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218DDB9-7F40-2C3A-6A07-8336BF6A8CA3}"/>
                </a:ext>
              </a:extLst>
            </p:cNvPr>
            <p:cNvSpPr txBox="1"/>
            <p:nvPr/>
          </p:nvSpPr>
          <p:spPr>
            <a:xfrm>
              <a:off x="5729078" y="5295873"/>
              <a:ext cx="257496" cy="289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A</a:t>
              </a:r>
              <a:endParaRPr lang="ru-RU" sz="200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428F763-CE2B-4E3E-CDF6-0668AACF6C09}"/>
              </a:ext>
            </a:extLst>
          </p:cNvPr>
          <p:cNvSpPr txBox="1"/>
          <p:nvPr/>
        </p:nvSpPr>
        <p:spPr>
          <a:xfrm>
            <a:off x="4915095" y="4678000"/>
            <a:ext cx="203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[0, 1)</a:t>
            </a:r>
            <a:endParaRPr lang="ru-RU" sz="2800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389E8EED-883F-9A2D-FE1F-962D7D8E5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82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FBB6A-26DA-D750-60B2-00AEB67C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Уже нам знакомые трюки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2ABFD-E67D-D2D2-F784-57514BF5CA6E}"/>
              </a:ext>
            </a:extLst>
          </p:cNvPr>
          <p:cNvSpPr txBox="1"/>
          <p:nvPr/>
        </p:nvSpPr>
        <p:spPr>
          <a:xfrm>
            <a:off x="7140614" y="223782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1101</a:t>
            </a:r>
            <a:endParaRPr lang="ru-RU" sz="3200" baseline="30000" dirty="0"/>
          </a:p>
        </p:txBody>
      </p:sp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9DE90B76-281F-3BCB-C5D6-93AFFE44944C}"/>
              </a:ext>
            </a:extLst>
          </p:cNvPr>
          <p:cNvSpPr/>
          <p:nvPr/>
        </p:nvSpPr>
        <p:spPr>
          <a:xfrm>
            <a:off x="5711890" y="2329600"/>
            <a:ext cx="1160106" cy="4012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65A54-B819-03F7-E50C-AD8294D2DE36}"/>
              </a:ext>
            </a:extLst>
          </p:cNvPr>
          <p:cNvSpPr txBox="1"/>
          <p:nvPr/>
        </p:nvSpPr>
        <p:spPr>
          <a:xfrm>
            <a:off x="1274768" y="2298441"/>
            <a:ext cx="3966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111.01 = 1.1101 * 10</a:t>
            </a:r>
            <a:r>
              <a:rPr lang="en-US" sz="3200" baseline="30000" dirty="0"/>
              <a:t>10</a:t>
            </a:r>
            <a:endParaRPr lang="ru-RU" sz="3200" baseline="30000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B55436B-69D9-350A-122D-2B27D4F7C02C}"/>
              </a:ext>
            </a:extLst>
          </p:cNvPr>
          <p:cNvGrpSpPr/>
          <p:nvPr/>
        </p:nvGrpSpPr>
        <p:grpSpPr>
          <a:xfrm>
            <a:off x="681135" y="3243791"/>
            <a:ext cx="11159412" cy="791615"/>
            <a:chOff x="3430972" y="5203192"/>
            <a:chExt cx="5347804" cy="572276"/>
          </a:xfrm>
        </p:grpSpPr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3F79817C-604D-6A71-1CC2-2A7F79491EC1}"/>
                </a:ext>
              </a:extLst>
            </p:cNvPr>
            <p:cNvCxnSpPr/>
            <p:nvPr/>
          </p:nvCxnSpPr>
          <p:spPr>
            <a:xfrm>
              <a:off x="3544077" y="5633954"/>
              <a:ext cx="5103845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AC96B1F4-2396-7DB6-FF90-9BF9EDD934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5027" y="5492440"/>
              <a:ext cx="0" cy="28302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886ACC97-D85A-0FE5-2783-AE42A0439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65673" y="5492440"/>
              <a:ext cx="0" cy="28302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5A68CEA-CF41-2405-30D5-E5351FA99351}"/>
                </a:ext>
              </a:extLst>
            </p:cNvPr>
            <p:cNvSpPr txBox="1"/>
            <p:nvPr/>
          </p:nvSpPr>
          <p:spPr>
            <a:xfrm>
              <a:off x="3430972" y="5233843"/>
              <a:ext cx="226207" cy="289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D6C55C8-09AC-C6BB-9BFA-2AF323044396}"/>
                </a:ext>
              </a:extLst>
            </p:cNvPr>
            <p:cNvSpPr txBox="1"/>
            <p:nvPr/>
          </p:nvSpPr>
          <p:spPr>
            <a:xfrm>
              <a:off x="8552569" y="5203192"/>
              <a:ext cx="226207" cy="289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F8B894D5-4F04-7B25-80F5-10A92377918E}"/>
                </a:ext>
              </a:extLst>
            </p:cNvPr>
            <p:cNvSpPr/>
            <p:nvPr/>
          </p:nvSpPr>
          <p:spPr>
            <a:xfrm>
              <a:off x="5799501" y="5545109"/>
              <a:ext cx="116650" cy="177689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F4E5F5-D70F-56BF-1875-AA1153358337}"/>
                </a:ext>
              </a:extLst>
            </p:cNvPr>
            <p:cNvSpPr txBox="1"/>
            <p:nvPr/>
          </p:nvSpPr>
          <p:spPr>
            <a:xfrm>
              <a:off x="5729078" y="5295873"/>
              <a:ext cx="257496" cy="289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A</a:t>
              </a:r>
              <a:endParaRPr lang="ru-RU" sz="2000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B503777-68F7-D56C-FA94-3167BFC203A8}"/>
              </a:ext>
            </a:extLst>
          </p:cNvPr>
          <p:cNvSpPr txBox="1"/>
          <p:nvPr/>
        </p:nvSpPr>
        <p:spPr>
          <a:xfrm>
            <a:off x="5225077" y="4045701"/>
            <a:ext cx="203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[0, 1)</a:t>
            </a:r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11D5CA-7E60-A294-15AE-3CEEA3490B1B}"/>
              </a:ext>
            </a:extLst>
          </p:cNvPr>
          <p:cNvSpPr txBox="1"/>
          <p:nvPr/>
        </p:nvSpPr>
        <p:spPr>
          <a:xfrm>
            <a:off x="681135" y="4732077"/>
            <a:ext cx="2004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 &lt;= A &lt; 1</a:t>
            </a:r>
            <a:endParaRPr lang="ru-RU" sz="3200" dirty="0"/>
          </a:p>
        </p:txBody>
      </p:sp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BA639346-F586-A236-F155-13A3B818704F}"/>
              </a:ext>
            </a:extLst>
          </p:cNvPr>
          <p:cNvSpPr/>
          <p:nvPr/>
        </p:nvSpPr>
        <p:spPr>
          <a:xfrm>
            <a:off x="2685786" y="4823856"/>
            <a:ext cx="1160106" cy="4012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EFD47B-87EC-F013-509F-054F0D861E3F}"/>
              </a:ext>
            </a:extLst>
          </p:cNvPr>
          <p:cNvSpPr txBox="1"/>
          <p:nvPr/>
        </p:nvSpPr>
        <p:spPr>
          <a:xfrm>
            <a:off x="3845891" y="4728540"/>
            <a:ext cx="7593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0.09223333 =</a:t>
            </a:r>
            <a:r>
              <a:rPr lang="ru-RU" sz="3200" dirty="0"/>
              <a:t> </a:t>
            </a:r>
            <a:r>
              <a:rPr lang="en-US" sz="3200" dirty="0"/>
              <a:t>09223333</a:t>
            </a:r>
            <a:endParaRPr lang="ru-RU" sz="3200" baseline="30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02BBD1-0D06-FF19-314C-9E7FE75AE8C6}"/>
              </a:ext>
            </a:extLst>
          </p:cNvPr>
          <p:cNvSpPr txBox="1"/>
          <p:nvPr/>
        </p:nvSpPr>
        <p:spPr>
          <a:xfrm>
            <a:off x="581192" y="5777834"/>
            <a:ext cx="5514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Окончательный ответ: </a:t>
            </a:r>
            <a:r>
              <a:rPr lang="en-US" sz="2800" dirty="0"/>
              <a:t>09223333</a:t>
            </a:r>
            <a:r>
              <a:rPr lang="ru-RU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6514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15" grpId="0"/>
      <p:bldP spid="16" grpId="0"/>
      <p:bldP spid="17" grpId="0" animBg="1"/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C98FC-3A71-82D7-F966-039286D0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Это здорово! А как декодировать?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ECDE2F-67BA-7403-4679-7C04344EF711}"/>
              </a:ext>
            </a:extLst>
          </p:cNvPr>
          <p:cNvSpPr txBox="1"/>
          <p:nvPr/>
        </p:nvSpPr>
        <p:spPr>
          <a:xfrm>
            <a:off x="9531512" y="1807420"/>
            <a:ext cx="179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09223333</a:t>
            </a:r>
            <a:endParaRPr lang="ru-RU" sz="2800" dirty="0"/>
          </a:p>
        </p:txBody>
      </p:sp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24EF5104-48F1-95CB-1871-7D094FB7A3F6}"/>
              </a:ext>
            </a:extLst>
          </p:cNvPr>
          <p:cNvSpPr/>
          <p:nvPr/>
        </p:nvSpPr>
        <p:spPr>
          <a:xfrm>
            <a:off x="10353675" y="2330640"/>
            <a:ext cx="264562" cy="4498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80DD4-9AA5-3BDC-D05E-7B7E3CE3249B}"/>
              </a:ext>
            </a:extLst>
          </p:cNvPr>
          <p:cNvSpPr txBox="1"/>
          <p:nvPr/>
        </p:nvSpPr>
        <p:spPr>
          <a:xfrm>
            <a:off x="9474348" y="2800280"/>
            <a:ext cx="2023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0.09223333</a:t>
            </a:r>
            <a:endParaRPr lang="ru-RU" sz="28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5AA4F72-9CD8-FD1F-9760-409417FA8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344868"/>
              </p:ext>
            </p:extLst>
          </p:nvPr>
        </p:nvGraphicFramePr>
        <p:xfrm>
          <a:off x="9157996" y="3414964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43228FBD-A81A-BEC0-E343-D1C39EF7573D}"/>
              </a:ext>
            </a:extLst>
          </p:cNvPr>
          <p:cNvGrpSpPr/>
          <p:nvPr/>
        </p:nvGrpSpPr>
        <p:grpSpPr>
          <a:xfrm>
            <a:off x="363893" y="2109730"/>
            <a:ext cx="8052319" cy="789493"/>
            <a:chOff x="405688" y="2037442"/>
            <a:chExt cx="5453553" cy="534696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FC4EA079-0F38-AB7F-95B8-5872CF2D5708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76EDBF2B-68A4-9280-09EB-B875484C00F6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51BB38F5-6E0F-E0E6-24F8-0F7A0F2C5B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D658186-B627-8330-30C0-B6AEEFA0BD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00E94C-6DA9-7199-EE6C-61046C327C43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68430B-A1F5-ED5B-142B-45620DEFBC6A}"/>
                </a:ext>
              </a:extLst>
            </p:cNvPr>
            <p:cNvSpPr txBox="1"/>
            <p:nvPr/>
          </p:nvSpPr>
          <p:spPr>
            <a:xfrm>
              <a:off x="5546334" y="2037442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D687E04D-E40E-B16A-56CD-A5784A262988}"/>
              </a:ext>
            </a:extLst>
          </p:cNvPr>
          <p:cNvGrpSpPr/>
          <p:nvPr/>
        </p:nvGrpSpPr>
        <p:grpSpPr>
          <a:xfrm>
            <a:off x="3727858" y="2194252"/>
            <a:ext cx="734206" cy="588839"/>
            <a:chOff x="1596168" y="1993597"/>
            <a:chExt cx="734206" cy="588839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EEF57C8B-79E0-F89F-19DE-B1574022A5F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E9D4817-BCA0-3152-D8BE-F9B805C3396C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0.5</a:t>
              </a:r>
              <a:endParaRPr lang="ru-RU" sz="2000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130C032-1C8D-44A0-7BAC-B87062BF52C8}"/>
              </a:ext>
            </a:extLst>
          </p:cNvPr>
          <p:cNvSpPr txBox="1"/>
          <p:nvPr/>
        </p:nvSpPr>
        <p:spPr>
          <a:xfrm>
            <a:off x="1317323" y="2702083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CF042B-F079-A1A3-198E-38DDC62111A9}"/>
              </a:ext>
            </a:extLst>
          </p:cNvPr>
          <p:cNvSpPr txBox="1"/>
          <p:nvPr/>
        </p:nvSpPr>
        <p:spPr>
          <a:xfrm>
            <a:off x="3135893" y="2716265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7F45C7-6EFA-B558-0FEA-28DCE13E0C01}"/>
              </a:ext>
            </a:extLst>
          </p:cNvPr>
          <p:cNvSpPr txBox="1"/>
          <p:nvPr/>
        </p:nvSpPr>
        <p:spPr>
          <a:xfrm>
            <a:off x="4273605" y="2754890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CEBCB9-9462-6657-951B-BE8C5B8BFEAB}"/>
              </a:ext>
            </a:extLst>
          </p:cNvPr>
          <p:cNvSpPr txBox="1"/>
          <p:nvPr/>
        </p:nvSpPr>
        <p:spPr>
          <a:xfrm>
            <a:off x="5090622" y="2757387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9884E2-5949-7B78-4D2C-4B06D83EB168}"/>
              </a:ext>
            </a:extLst>
          </p:cNvPr>
          <p:cNvSpPr txBox="1"/>
          <p:nvPr/>
        </p:nvSpPr>
        <p:spPr>
          <a:xfrm>
            <a:off x="5929680" y="2754890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643E74-E20F-81E2-ED09-D6E2D6684CB7}"/>
              </a:ext>
            </a:extLst>
          </p:cNvPr>
          <p:cNvSpPr txBox="1"/>
          <p:nvPr/>
        </p:nvSpPr>
        <p:spPr>
          <a:xfrm>
            <a:off x="6701047" y="2757752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36703C-9D34-6AE6-AE07-709A7371EE15}"/>
              </a:ext>
            </a:extLst>
          </p:cNvPr>
          <p:cNvSpPr txBox="1"/>
          <p:nvPr/>
        </p:nvSpPr>
        <p:spPr>
          <a:xfrm>
            <a:off x="7508257" y="2773761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EABB25A1-20FC-8E95-7F02-8B1BE3400AD7}"/>
              </a:ext>
            </a:extLst>
          </p:cNvPr>
          <p:cNvGrpSpPr/>
          <p:nvPr/>
        </p:nvGrpSpPr>
        <p:grpSpPr>
          <a:xfrm>
            <a:off x="2341164" y="2194252"/>
            <a:ext cx="734206" cy="588839"/>
            <a:chOff x="1596168" y="1993597"/>
            <a:chExt cx="734206" cy="588839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BC76420F-52AC-F44B-D083-920EC19FEA5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B00125-3AC9-7944-EAA5-51CD08238C93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B168161E-C665-E9A9-70E9-7E23FBB64DD8}"/>
              </a:ext>
            </a:extLst>
          </p:cNvPr>
          <p:cNvGrpSpPr/>
          <p:nvPr/>
        </p:nvGrpSpPr>
        <p:grpSpPr>
          <a:xfrm>
            <a:off x="4613657" y="2184922"/>
            <a:ext cx="734206" cy="588839"/>
            <a:chOff x="1596168" y="1993597"/>
            <a:chExt cx="734206" cy="588839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FA1407B2-1F22-F858-1D26-A1DB55A86AB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1B51CA-680C-69BE-D12E-42B2B2409F9E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0.6</a:t>
              </a:r>
              <a:endParaRPr lang="ru-RU" sz="2000" dirty="0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6619D45D-1358-76F6-618B-C765D794A9BF}"/>
              </a:ext>
            </a:extLst>
          </p:cNvPr>
          <p:cNvGrpSpPr/>
          <p:nvPr/>
        </p:nvGrpSpPr>
        <p:grpSpPr>
          <a:xfrm>
            <a:off x="5418037" y="2194252"/>
            <a:ext cx="734206" cy="588839"/>
            <a:chOff x="1596168" y="1993597"/>
            <a:chExt cx="734206" cy="588839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616DBC2F-8244-8C5F-60B4-ED9780537A3D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D6339A3-0B6C-A80E-EC3D-FAEE2910813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0.7</a:t>
              </a:r>
              <a:endParaRPr lang="ru-RU" sz="20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D2600A27-1210-5099-D675-23468D617FAD}"/>
              </a:ext>
            </a:extLst>
          </p:cNvPr>
          <p:cNvGrpSpPr/>
          <p:nvPr/>
        </p:nvGrpSpPr>
        <p:grpSpPr>
          <a:xfrm>
            <a:off x="6205959" y="2194252"/>
            <a:ext cx="734206" cy="588839"/>
            <a:chOff x="1596168" y="1993597"/>
            <a:chExt cx="734206" cy="588839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B255C627-2112-AB11-1FFD-DE95ECEF773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230E855-7D77-F924-83E6-2BE452E7A91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0.8</a:t>
              </a:r>
              <a:endParaRPr lang="ru-RU" sz="2000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D75DB00B-E8B0-264E-B39F-309D1E911E6B}"/>
              </a:ext>
            </a:extLst>
          </p:cNvPr>
          <p:cNvGrpSpPr/>
          <p:nvPr/>
        </p:nvGrpSpPr>
        <p:grpSpPr>
          <a:xfrm>
            <a:off x="7020951" y="2194252"/>
            <a:ext cx="734206" cy="588839"/>
            <a:chOff x="1596168" y="1993597"/>
            <a:chExt cx="734206" cy="588839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779BD2A0-2C39-A39B-F888-5B28E9C4C09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96D8563-A712-5EA1-3454-EC22B9373AE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0.9</a:t>
              </a:r>
              <a:endParaRPr lang="ru-RU" sz="2000" dirty="0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8189DBA4-514C-05D1-45BD-0DA172E3D55A}"/>
              </a:ext>
            </a:extLst>
          </p:cNvPr>
          <p:cNvGrpSpPr/>
          <p:nvPr/>
        </p:nvGrpSpPr>
        <p:grpSpPr>
          <a:xfrm>
            <a:off x="153932" y="2555895"/>
            <a:ext cx="1425167" cy="682920"/>
            <a:chOff x="1219007" y="2355240"/>
            <a:chExt cx="1425167" cy="682920"/>
          </a:xfrm>
        </p:grpSpPr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9DE3FBC7-7537-332D-29A9-1FF2D4F9516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0821735-6365-544F-82ED-822999E7D7CA}"/>
                </a:ext>
              </a:extLst>
            </p:cNvPr>
            <p:cNvSpPr txBox="1"/>
            <p:nvPr/>
          </p:nvSpPr>
          <p:spPr>
            <a:xfrm>
              <a:off x="1219007" y="2638050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3770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C98FC-3A71-82D7-F966-039286D0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DECODING TIME!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80DD4-9AA5-3BDC-D05E-7B7E3CE3249B}"/>
              </a:ext>
            </a:extLst>
          </p:cNvPr>
          <p:cNvSpPr txBox="1"/>
          <p:nvPr/>
        </p:nvSpPr>
        <p:spPr>
          <a:xfrm>
            <a:off x="9474348" y="1894483"/>
            <a:ext cx="2023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0.09223333</a:t>
            </a:r>
            <a:endParaRPr lang="ru-RU" sz="28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5AA4F72-9CD8-FD1F-9760-409417FA8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132623"/>
              </p:ext>
            </p:extLst>
          </p:nvPr>
        </p:nvGraphicFramePr>
        <p:xfrm>
          <a:off x="9157996" y="2420906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43228FBD-A81A-BEC0-E343-D1C39EF7573D}"/>
              </a:ext>
            </a:extLst>
          </p:cNvPr>
          <p:cNvGrpSpPr/>
          <p:nvPr/>
        </p:nvGrpSpPr>
        <p:grpSpPr>
          <a:xfrm>
            <a:off x="363893" y="2109730"/>
            <a:ext cx="8052319" cy="789493"/>
            <a:chOff x="405688" y="2037442"/>
            <a:chExt cx="5453553" cy="534696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FC4EA079-0F38-AB7F-95B8-5872CF2D5708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76EDBF2B-68A4-9280-09EB-B875484C00F6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51BB38F5-6E0F-E0E6-24F8-0F7A0F2C5B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D658186-B627-8330-30C0-B6AEEFA0BD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00E94C-6DA9-7199-EE6C-61046C327C43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68430B-A1F5-ED5B-142B-45620DEFBC6A}"/>
                </a:ext>
              </a:extLst>
            </p:cNvPr>
            <p:cNvSpPr txBox="1"/>
            <p:nvPr/>
          </p:nvSpPr>
          <p:spPr>
            <a:xfrm>
              <a:off x="5546334" y="2037442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D687E04D-E40E-B16A-56CD-A5784A262988}"/>
              </a:ext>
            </a:extLst>
          </p:cNvPr>
          <p:cNvGrpSpPr/>
          <p:nvPr/>
        </p:nvGrpSpPr>
        <p:grpSpPr>
          <a:xfrm>
            <a:off x="3727858" y="2194252"/>
            <a:ext cx="734206" cy="588839"/>
            <a:chOff x="1596168" y="1993597"/>
            <a:chExt cx="734206" cy="588839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EEF57C8B-79E0-F89F-19DE-B1574022A5F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E9D4817-BCA0-3152-D8BE-F9B805C3396C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0.5</a:t>
              </a:r>
              <a:endParaRPr lang="ru-RU" sz="2000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130C032-1C8D-44A0-7BAC-B87062BF52C8}"/>
              </a:ext>
            </a:extLst>
          </p:cNvPr>
          <p:cNvSpPr txBox="1"/>
          <p:nvPr/>
        </p:nvSpPr>
        <p:spPr>
          <a:xfrm>
            <a:off x="1317323" y="2702083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CF042B-F079-A1A3-198E-38DDC62111A9}"/>
              </a:ext>
            </a:extLst>
          </p:cNvPr>
          <p:cNvSpPr txBox="1"/>
          <p:nvPr/>
        </p:nvSpPr>
        <p:spPr>
          <a:xfrm>
            <a:off x="3135893" y="2716265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7F45C7-6EFA-B558-0FEA-28DCE13E0C01}"/>
              </a:ext>
            </a:extLst>
          </p:cNvPr>
          <p:cNvSpPr txBox="1"/>
          <p:nvPr/>
        </p:nvSpPr>
        <p:spPr>
          <a:xfrm>
            <a:off x="4273605" y="2754890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CEBCB9-9462-6657-951B-BE8C5B8BFEAB}"/>
              </a:ext>
            </a:extLst>
          </p:cNvPr>
          <p:cNvSpPr txBox="1"/>
          <p:nvPr/>
        </p:nvSpPr>
        <p:spPr>
          <a:xfrm>
            <a:off x="5090622" y="2757387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9884E2-5949-7B78-4D2C-4B06D83EB168}"/>
              </a:ext>
            </a:extLst>
          </p:cNvPr>
          <p:cNvSpPr txBox="1"/>
          <p:nvPr/>
        </p:nvSpPr>
        <p:spPr>
          <a:xfrm>
            <a:off x="5929680" y="2754890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643E74-E20F-81E2-ED09-D6E2D6684CB7}"/>
              </a:ext>
            </a:extLst>
          </p:cNvPr>
          <p:cNvSpPr txBox="1"/>
          <p:nvPr/>
        </p:nvSpPr>
        <p:spPr>
          <a:xfrm>
            <a:off x="6701047" y="2757752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36703C-9D34-6AE6-AE07-709A7371EE15}"/>
              </a:ext>
            </a:extLst>
          </p:cNvPr>
          <p:cNvSpPr txBox="1"/>
          <p:nvPr/>
        </p:nvSpPr>
        <p:spPr>
          <a:xfrm>
            <a:off x="7508257" y="2773761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EABB25A1-20FC-8E95-7F02-8B1BE3400AD7}"/>
              </a:ext>
            </a:extLst>
          </p:cNvPr>
          <p:cNvGrpSpPr/>
          <p:nvPr/>
        </p:nvGrpSpPr>
        <p:grpSpPr>
          <a:xfrm>
            <a:off x="2341164" y="2194252"/>
            <a:ext cx="734206" cy="588839"/>
            <a:chOff x="1596168" y="1993597"/>
            <a:chExt cx="734206" cy="588839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BC76420F-52AC-F44B-D083-920EC19FEA5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B00125-3AC9-7944-EAA5-51CD08238C93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B168161E-C665-E9A9-70E9-7E23FBB64DD8}"/>
              </a:ext>
            </a:extLst>
          </p:cNvPr>
          <p:cNvGrpSpPr/>
          <p:nvPr/>
        </p:nvGrpSpPr>
        <p:grpSpPr>
          <a:xfrm>
            <a:off x="4613657" y="2184922"/>
            <a:ext cx="734206" cy="588839"/>
            <a:chOff x="1596168" y="1993597"/>
            <a:chExt cx="734206" cy="588839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FA1407B2-1F22-F858-1D26-A1DB55A86AB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1B51CA-680C-69BE-D12E-42B2B2409F9E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0.6</a:t>
              </a:r>
              <a:endParaRPr lang="ru-RU" sz="2000" dirty="0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6619D45D-1358-76F6-618B-C765D794A9BF}"/>
              </a:ext>
            </a:extLst>
          </p:cNvPr>
          <p:cNvGrpSpPr/>
          <p:nvPr/>
        </p:nvGrpSpPr>
        <p:grpSpPr>
          <a:xfrm>
            <a:off x="5418037" y="2194252"/>
            <a:ext cx="734206" cy="588839"/>
            <a:chOff x="1596168" y="1993597"/>
            <a:chExt cx="734206" cy="588839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616DBC2F-8244-8C5F-60B4-ED9780537A3D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D6339A3-0B6C-A80E-EC3D-FAEE2910813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0.7</a:t>
              </a:r>
              <a:endParaRPr lang="ru-RU" sz="20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D2600A27-1210-5099-D675-23468D617FAD}"/>
              </a:ext>
            </a:extLst>
          </p:cNvPr>
          <p:cNvGrpSpPr/>
          <p:nvPr/>
        </p:nvGrpSpPr>
        <p:grpSpPr>
          <a:xfrm>
            <a:off x="6205959" y="2194252"/>
            <a:ext cx="734206" cy="588839"/>
            <a:chOff x="1596168" y="1993597"/>
            <a:chExt cx="734206" cy="588839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B255C627-2112-AB11-1FFD-DE95ECEF773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230E855-7D77-F924-83E6-2BE452E7A91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0.8</a:t>
              </a:r>
              <a:endParaRPr lang="ru-RU" sz="2000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D75DB00B-E8B0-264E-B39F-309D1E911E6B}"/>
              </a:ext>
            </a:extLst>
          </p:cNvPr>
          <p:cNvGrpSpPr/>
          <p:nvPr/>
        </p:nvGrpSpPr>
        <p:grpSpPr>
          <a:xfrm>
            <a:off x="7020951" y="2194252"/>
            <a:ext cx="734206" cy="588839"/>
            <a:chOff x="1596168" y="1993597"/>
            <a:chExt cx="734206" cy="588839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779BD2A0-2C39-A39B-F888-5B28E9C4C09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96D8563-A712-5EA1-3454-EC22B9373AE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0.9</a:t>
              </a:r>
              <a:endParaRPr lang="ru-RU" sz="2000" dirty="0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8189DBA4-514C-05D1-45BD-0DA172E3D55A}"/>
              </a:ext>
            </a:extLst>
          </p:cNvPr>
          <p:cNvGrpSpPr/>
          <p:nvPr/>
        </p:nvGrpSpPr>
        <p:grpSpPr>
          <a:xfrm>
            <a:off x="153932" y="2555895"/>
            <a:ext cx="1425167" cy="682920"/>
            <a:chOff x="1219007" y="2355240"/>
            <a:chExt cx="1425167" cy="682920"/>
          </a:xfrm>
        </p:grpSpPr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9DE3FBC7-7537-332D-29A9-1FF2D4F9516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0821735-6365-544F-82ED-822999E7D7CA}"/>
                </a:ext>
              </a:extLst>
            </p:cNvPr>
            <p:cNvSpPr txBox="1"/>
            <p:nvPr/>
          </p:nvSpPr>
          <p:spPr>
            <a:xfrm>
              <a:off x="1219007" y="2638050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4D2322D-83DC-F1FE-DA17-DBFE5B8B9734}"/>
              </a:ext>
            </a:extLst>
          </p:cNvPr>
          <p:cNvSpPr txBox="1"/>
          <p:nvPr/>
        </p:nvSpPr>
        <p:spPr>
          <a:xfrm>
            <a:off x="9474348" y="5996671"/>
            <a:ext cx="264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|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76276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C98FC-3A71-82D7-F966-039286D0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DECODING TIME!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80DD4-9AA5-3BDC-D05E-7B7E3CE3249B}"/>
              </a:ext>
            </a:extLst>
          </p:cNvPr>
          <p:cNvSpPr txBox="1"/>
          <p:nvPr/>
        </p:nvSpPr>
        <p:spPr>
          <a:xfrm>
            <a:off x="9474348" y="1894483"/>
            <a:ext cx="2023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0.09223333</a:t>
            </a:r>
            <a:endParaRPr lang="ru-RU" sz="28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5AA4F72-9CD8-FD1F-9760-409417FA8D92}"/>
              </a:ext>
            </a:extLst>
          </p:cNvPr>
          <p:cNvGraphicFramePr>
            <a:graphicFrameLocks noGrp="1"/>
          </p:cNvGraphicFramePr>
          <p:nvPr/>
        </p:nvGraphicFramePr>
        <p:xfrm>
          <a:off x="9157996" y="2420906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43228FBD-A81A-BEC0-E343-D1C39EF7573D}"/>
              </a:ext>
            </a:extLst>
          </p:cNvPr>
          <p:cNvGrpSpPr/>
          <p:nvPr/>
        </p:nvGrpSpPr>
        <p:grpSpPr>
          <a:xfrm>
            <a:off x="363893" y="2109730"/>
            <a:ext cx="8052319" cy="789493"/>
            <a:chOff x="405688" y="2037442"/>
            <a:chExt cx="5453553" cy="534696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FC4EA079-0F38-AB7F-95B8-5872CF2D5708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76EDBF2B-68A4-9280-09EB-B875484C00F6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51BB38F5-6E0F-E0E6-24F8-0F7A0F2C5B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D658186-B627-8330-30C0-B6AEEFA0BD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00E94C-6DA9-7199-EE6C-61046C327C43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68430B-A1F5-ED5B-142B-45620DEFBC6A}"/>
                </a:ext>
              </a:extLst>
            </p:cNvPr>
            <p:cNvSpPr txBox="1"/>
            <p:nvPr/>
          </p:nvSpPr>
          <p:spPr>
            <a:xfrm>
              <a:off x="5546334" y="2037442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D687E04D-E40E-B16A-56CD-A5784A262988}"/>
              </a:ext>
            </a:extLst>
          </p:cNvPr>
          <p:cNvGrpSpPr/>
          <p:nvPr/>
        </p:nvGrpSpPr>
        <p:grpSpPr>
          <a:xfrm>
            <a:off x="3727858" y="2194252"/>
            <a:ext cx="734206" cy="588839"/>
            <a:chOff x="1596168" y="1993597"/>
            <a:chExt cx="734206" cy="588839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EEF57C8B-79E0-F89F-19DE-B1574022A5F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E9D4817-BCA0-3152-D8BE-F9B805C3396C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0.5</a:t>
              </a:r>
              <a:endParaRPr lang="ru-RU" sz="2000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130C032-1C8D-44A0-7BAC-B87062BF52C8}"/>
              </a:ext>
            </a:extLst>
          </p:cNvPr>
          <p:cNvSpPr txBox="1"/>
          <p:nvPr/>
        </p:nvSpPr>
        <p:spPr>
          <a:xfrm>
            <a:off x="1317323" y="2702083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CF042B-F079-A1A3-198E-38DDC62111A9}"/>
              </a:ext>
            </a:extLst>
          </p:cNvPr>
          <p:cNvSpPr txBox="1"/>
          <p:nvPr/>
        </p:nvSpPr>
        <p:spPr>
          <a:xfrm>
            <a:off x="3135893" y="2716265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7F45C7-6EFA-B558-0FEA-28DCE13E0C01}"/>
              </a:ext>
            </a:extLst>
          </p:cNvPr>
          <p:cNvSpPr txBox="1"/>
          <p:nvPr/>
        </p:nvSpPr>
        <p:spPr>
          <a:xfrm>
            <a:off x="4273605" y="2754890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CEBCB9-9462-6657-951B-BE8C5B8BFEAB}"/>
              </a:ext>
            </a:extLst>
          </p:cNvPr>
          <p:cNvSpPr txBox="1"/>
          <p:nvPr/>
        </p:nvSpPr>
        <p:spPr>
          <a:xfrm>
            <a:off x="5090622" y="2757387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9884E2-5949-7B78-4D2C-4B06D83EB168}"/>
              </a:ext>
            </a:extLst>
          </p:cNvPr>
          <p:cNvSpPr txBox="1"/>
          <p:nvPr/>
        </p:nvSpPr>
        <p:spPr>
          <a:xfrm>
            <a:off x="5929680" y="2754890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643E74-E20F-81E2-ED09-D6E2D6684CB7}"/>
              </a:ext>
            </a:extLst>
          </p:cNvPr>
          <p:cNvSpPr txBox="1"/>
          <p:nvPr/>
        </p:nvSpPr>
        <p:spPr>
          <a:xfrm>
            <a:off x="6701047" y="2757752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36703C-9D34-6AE6-AE07-709A7371EE15}"/>
              </a:ext>
            </a:extLst>
          </p:cNvPr>
          <p:cNvSpPr txBox="1"/>
          <p:nvPr/>
        </p:nvSpPr>
        <p:spPr>
          <a:xfrm>
            <a:off x="7508257" y="2773761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EABB25A1-20FC-8E95-7F02-8B1BE3400AD7}"/>
              </a:ext>
            </a:extLst>
          </p:cNvPr>
          <p:cNvGrpSpPr/>
          <p:nvPr/>
        </p:nvGrpSpPr>
        <p:grpSpPr>
          <a:xfrm>
            <a:off x="2341164" y="2194252"/>
            <a:ext cx="734206" cy="588839"/>
            <a:chOff x="1596168" y="1993597"/>
            <a:chExt cx="734206" cy="588839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BC76420F-52AC-F44B-D083-920EC19FEA5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B00125-3AC9-7944-EAA5-51CD08238C93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B168161E-C665-E9A9-70E9-7E23FBB64DD8}"/>
              </a:ext>
            </a:extLst>
          </p:cNvPr>
          <p:cNvGrpSpPr/>
          <p:nvPr/>
        </p:nvGrpSpPr>
        <p:grpSpPr>
          <a:xfrm>
            <a:off x="4613657" y="2184922"/>
            <a:ext cx="734206" cy="588839"/>
            <a:chOff x="1596168" y="1993597"/>
            <a:chExt cx="734206" cy="588839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FA1407B2-1F22-F858-1D26-A1DB55A86AB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1B51CA-680C-69BE-D12E-42B2B2409F9E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0.6</a:t>
              </a:r>
              <a:endParaRPr lang="ru-RU" sz="2000" dirty="0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6619D45D-1358-76F6-618B-C765D794A9BF}"/>
              </a:ext>
            </a:extLst>
          </p:cNvPr>
          <p:cNvGrpSpPr/>
          <p:nvPr/>
        </p:nvGrpSpPr>
        <p:grpSpPr>
          <a:xfrm>
            <a:off x="5418037" y="2194252"/>
            <a:ext cx="734206" cy="588839"/>
            <a:chOff x="1596168" y="1993597"/>
            <a:chExt cx="734206" cy="588839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616DBC2F-8244-8C5F-60B4-ED9780537A3D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D6339A3-0B6C-A80E-EC3D-FAEE2910813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0.7</a:t>
              </a:r>
              <a:endParaRPr lang="ru-RU" sz="20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D2600A27-1210-5099-D675-23468D617FAD}"/>
              </a:ext>
            </a:extLst>
          </p:cNvPr>
          <p:cNvGrpSpPr/>
          <p:nvPr/>
        </p:nvGrpSpPr>
        <p:grpSpPr>
          <a:xfrm>
            <a:off x="6205959" y="2194252"/>
            <a:ext cx="734206" cy="588839"/>
            <a:chOff x="1596168" y="1993597"/>
            <a:chExt cx="734206" cy="588839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B255C627-2112-AB11-1FFD-DE95ECEF773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230E855-7D77-F924-83E6-2BE452E7A91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0.8</a:t>
              </a:r>
              <a:endParaRPr lang="ru-RU" sz="2000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D75DB00B-E8B0-264E-B39F-309D1E911E6B}"/>
              </a:ext>
            </a:extLst>
          </p:cNvPr>
          <p:cNvGrpSpPr/>
          <p:nvPr/>
        </p:nvGrpSpPr>
        <p:grpSpPr>
          <a:xfrm>
            <a:off x="7020951" y="2194252"/>
            <a:ext cx="734206" cy="588839"/>
            <a:chOff x="1596168" y="1993597"/>
            <a:chExt cx="734206" cy="588839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779BD2A0-2C39-A39B-F888-5B28E9C4C09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96D8563-A712-5EA1-3454-EC22B9373AE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0.9</a:t>
              </a:r>
              <a:endParaRPr lang="ru-RU" sz="20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4D2322D-83DC-F1FE-DA17-DBFE5B8B9734}"/>
              </a:ext>
            </a:extLst>
          </p:cNvPr>
          <p:cNvSpPr txBox="1"/>
          <p:nvPr/>
        </p:nvSpPr>
        <p:spPr>
          <a:xfrm>
            <a:off x="9474348" y="5996671"/>
            <a:ext cx="468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</a:t>
            </a:r>
            <a:r>
              <a:rPr lang="en-US" sz="2400" dirty="0"/>
              <a:t>|</a:t>
            </a:r>
            <a:endParaRPr lang="ru-RU" sz="240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BFC2F0F-F199-8456-ACB0-F87CE56D1337}"/>
              </a:ext>
            </a:extLst>
          </p:cNvPr>
          <p:cNvGrpSpPr/>
          <p:nvPr/>
        </p:nvGrpSpPr>
        <p:grpSpPr>
          <a:xfrm>
            <a:off x="363893" y="3469539"/>
            <a:ext cx="8069938" cy="789493"/>
            <a:chOff x="405688" y="2037442"/>
            <a:chExt cx="5465485" cy="534696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9158ACAD-5F8C-747A-29E0-473E69ED54C9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45" name="Прямая соединительная линия 44">
                <a:extLst>
                  <a:ext uri="{FF2B5EF4-FFF2-40B4-BE49-F238E27FC236}">
                    <a16:creationId xmlns:a16="http://schemas.microsoft.com/office/drawing/2014/main" id="{C613E0FE-E0FC-7353-6123-00D2F06F759F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>
                <a:extLst>
                  <a:ext uri="{FF2B5EF4-FFF2-40B4-BE49-F238E27FC236}">
                    <a16:creationId xmlns:a16="http://schemas.microsoft.com/office/drawing/2014/main" id="{A73DE71A-1296-F49D-5A12-828BEF685E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>
                <a:extLst>
                  <a:ext uri="{FF2B5EF4-FFF2-40B4-BE49-F238E27FC236}">
                    <a16:creationId xmlns:a16="http://schemas.microsoft.com/office/drawing/2014/main" id="{BE2F869E-E9F3-458B-22E4-F9F3CD3996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4F1A5B-6FD5-4A24-7C43-F2B78C03B9F2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4901459-272A-D54C-ACD7-058944660210}"/>
                </a:ext>
              </a:extLst>
            </p:cNvPr>
            <p:cNvSpPr txBox="1"/>
            <p:nvPr/>
          </p:nvSpPr>
          <p:spPr>
            <a:xfrm>
              <a:off x="5534402" y="2037442"/>
              <a:ext cx="336771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26C69C0D-90FC-4A03-DB9F-BAF8648492AC}"/>
              </a:ext>
            </a:extLst>
          </p:cNvPr>
          <p:cNvGrpSpPr/>
          <p:nvPr/>
        </p:nvGrpSpPr>
        <p:grpSpPr>
          <a:xfrm>
            <a:off x="3727858" y="3554061"/>
            <a:ext cx="734206" cy="588839"/>
            <a:chOff x="1596168" y="1993597"/>
            <a:chExt cx="734206" cy="588839"/>
          </a:xfrm>
        </p:grpSpPr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id="{AEC7D06D-8A0E-9C48-71E0-8F0B32665CA3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7746247-A5AC-4119-EE26-F780E2BC159D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0.15</a:t>
              </a:r>
              <a:endParaRPr lang="ru-RU" sz="2000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9312997-9546-F15D-F145-EA3A95062ADB}"/>
              </a:ext>
            </a:extLst>
          </p:cNvPr>
          <p:cNvSpPr txBox="1"/>
          <p:nvPr/>
        </p:nvSpPr>
        <p:spPr>
          <a:xfrm>
            <a:off x="1317323" y="4061892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32B39E-9700-2BC0-D419-A9846ACE796E}"/>
              </a:ext>
            </a:extLst>
          </p:cNvPr>
          <p:cNvSpPr txBox="1"/>
          <p:nvPr/>
        </p:nvSpPr>
        <p:spPr>
          <a:xfrm>
            <a:off x="3135893" y="4076074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C4675C-0A44-55A1-D301-318501A3BDFE}"/>
              </a:ext>
            </a:extLst>
          </p:cNvPr>
          <p:cNvSpPr txBox="1"/>
          <p:nvPr/>
        </p:nvSpPr>
        <p:spPr>
          <a:xfrm>
            <a:off x="4273605" y="4114699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BBB43C-42BA-D4FA-7C2B-3874887A31E4}"/>
              </a:ext>
            </a:extLst>
          </p:cNvPr>
          <p:cNvSpPr txBox="1"/>
          <p:nvPr/>
        </p:nvSpPr>
        <p:spPr>
          <a:xfrm>
            <a:off x="5090622" y="4117196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699C86-BFFD-6FC6-5015-49C565960BF4}"/>
              </a:ext>
            </a:extLst>
          </p:cNvPr>
          <p:cNvSpPr txBox="1"/>
          <p:nvPr/>
        </p:nvSpPr>
        <p:spPr>
          <a:xfrm>
            <a:off x="5929680" y="4114699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99CBF4-4A9A-6089-2992-12ADDC2A4B81}"/>
              </a:ext>
            </a:extLst>
          </p:cNvPr>
          <p:cNvSpPr txBox="1"/>
          <p:nvPr/>
        </p:nvSpPr>
        <p:spPr>
          <a:xfrm>
            <a:off x="6701047" y="4117561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D2A9E6-458E-5AF0-69B7-E4FFA11F0C55}"/>
              </a:ext>
            </a:extLst>
          </p:cNvPr>
          <p:cNvSpPr txBox="1"/>
          <p:nvPr/>
        </p:nvSpPr>
        <p:spPr>
          <a:xfrm>
            <a:off x="7508257" y="4133570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7ADAEFE3-7B71-2D64-04A8-7BAE5E9AA64C}"/>
              </a:ext>
            </a:extLst>
          </p:cNvPr>
          <p:cNvGrpSpPr/>
          <p:nvPr/>
        </p:nvGrpSpPr>
        <p:grpSpPr>
          <a:xfrm>
            <a:off x="2341164" y="3554061"/>
            <a:ext cx="734206" cy="588839"/>
            <a:chOff x="1596168" y="1993597"/>
            <a:chExt cx="734206" cy="588839"/>
          </a:xfrm>
        </p:grpSpPr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8B45B673-54D4-D481-40B9-55F7FACCCE6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5F0691F-9476-F64B-AD27-276479F2CBE1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7E7EC67B-8E77-7611-C61F-31ECFAB1BEF4}"/>
              </a:ext>
            </a:extLst>
          </p:cNvPr>
          <p:cNvGrpSpPr/>
          <p:nvPr/>
        </p:nvGrpSpPr>
        <p:grpSpPr>
          <a:xfrm>
            <a:off x="4613657" y="3544731"/>
            <a:ext cx="734206" cy="588839"/>
            <a:chOff x="1596168" y="1993597"/>
            <a:chExt cx="734206" cy="588839"/>
          </a:xfrm>
        </p:grpSpPr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8E5770A2-07CF-D295-E12E-F3F3C7C03D6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0F48D56-6CCE-BC14-BCB3-72D91FD58935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0.18</a:t>
              </a:r>
              <a:endParaRPr lang="ru-RU" sz="2000" dirty="0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5E0CBF36-71AE-5457-49C2-562A59B73FB1}"/>
              </a:ext>
            </a:extLst>
          </p:cNvPr>
          <p:cNvGrpSpPr/>
          <p:nvPr/>
        </p:nvGrpSpPr>
        <p:grpSpPr>
          <a:xfrm>
            <a:off x="5418037" y="3554061"/>
            <a:ext cx="734206" cy="588839"/>
            <a:chOff x="1596168" y="1993597"/>
            <a:chExt cx="734206" cy="588839"/>
          </a:xfrm>
        </p:grpSpPr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B5DBC21C-F08A-266C-1A1E-0597D6543F4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65F094B-4982-7F29-1ECE-765E12A54ED0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0.21</a:t>
              </a:r>
              <a:endParaRPr lang="ru-RU" sz="2000" dirty="0"/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A30EB797-D1E2-BAE7-8F26-BF423A62391B}"/>
              </a:ext>
            </a:extLst>
          </p:cNvPr>
          <p:cNvGrpSpPr/>
          <p:nvPr/>
        </p:nvGrpSpPr>
        <p:grpSpPr>
          <a:xfrm>
            <a:off x="6205959" y="3554061"/>
            <a:ext cx="734206" cy="588839"/>
            <a:chOff x="1596168" y="1993597"/>
            <a:chExt cx="734206" cy="588839"/>
          </a:xfrm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22069FC9-A0B9-88F0-F319-F86A32F4EF9B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30AAF41-9BCD-454D-E7B3-CFCA4C8DCF74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0.24</a:t>
              </a:r>
              <a:endParaRPr lang="ru-RU" sz="2000" dirty="0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DE821E14-C2B7-6AF2-B8CE-14327F89E36B}"/>
              </a:ext>
            </a:extLst>
          </p:cNvPr>
          <p:cNvGrpSpPr/>
          <p:nvPr/>
        </p:nvGrpSpPr>
        <p:grpSpPr>
          <a:xfrm>
            <a:off x="7020951" y="3554061"/>
            <a:ext cx="734206" cy="588839"/>
            <a:chOff x="1596168" y="1993597"/>
            <a:chExt cx="734206" cy="588839"/>
          </a:xfrm>
        </p:grpSpPr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BA0E7867-00CA-7783-0E97-14B7A280294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71DA641-465E-BAC9-899E-BD764AEDA193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0.27</a:t>
              </a:r>
              <a:endParaRPr lang="ru-RU" sz="2000" dirty="0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8189DBA4-514C-05D1-45BD-0DA172E3D55A}"/>
              </a:ext>
            </a:extLst>
          </p:cNvPr>
          <p:cNvGrpSpPr/>
          <p:nvPr/>
        </p:nvGrpSpPr>
        <p:grpSpPr>
          <a:xfrm>
            <a:off x="2242104" y="3921433"/>
            <a:ext cx="1425167" cy="682920"/>
            <a:chOff x="1219007" y="2355240"/>
            <a:chExt cx="1425167" cy="682920"/>
          </a:xfrm>
        </p:grpSpPr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9DE3FBC7-7537-332D-29A9-1FF2D4F9516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0821735-6365-544F-82ED-822999E7D7CA}"/>
                </a:ext>
              </a:extLst>
            </p:cNvPr>
            <p:cNvSpPr txBox="1"/>
            <p:nvPr/>
          </p:nvSpPr>
          <p:spPr>
            <a:xfrm>
              <a:off x="1219007" y="2638050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6782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C98FC-3A71-82D7-F966-039286D0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DECODING TIME!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80DD4-9AA5-3BDC-D05E-7B7E3CE3249B}"/>
              </a:ext>
            </a:extLst>
          </p:cNvPr>
          <p:cNvSpPr txBox="1"/>
          <p:nvPr/>
        </p:nvSpPr>
        <p:spPr>
          <a:xfrm>
            <a:off x="9474348" y="1894483"/>
            <a:ext cx="2023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0.09223333</a:t>
            </a:r>
            <a:endParaRPr lang="ru-RU" sz="28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5AA4F72-9CD8-FD1F-9760-409417FA8D92}"/>
              </a:ext>
            </a:extLst>
          </p:cNvPr>
          <p:cNvGraphicFramePr>
            <a:graphicFrameLocks noGrp="1"/>
          </p:cNvGraphicFramePr>
          <p:nvPr/>
        </p:nvGraphicFramePr>
        <p:xfrm>
          <a:off x="9157996" y="2420906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43228FBD-A81A-BEC0-E343-D1C39EF7573D}"/>
              </a:ext>
            </a:extLst>
          </p:cNvPr>
          <p:cNvGrpSpPr/>
          <p:nvPr/>
        </p:nvGrpSpPr>
        <p:grpSpPr>
          <a:xfrm>
            <a:off x="363893" y="2109730"/>
            <a:ext cx="8052319" cy="789493"/>
            <a:chOff x="405688" y="2037442"/>
            <a:chExt cx="5453553" cy="534696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FC4EA079-0F38-AB7F-95B8-5872CF2D5708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76EDBF2B-68A4-9280-09EB-B875484C00F6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51BB38F5-6E0F-E0E6-24F8-0F7A0F2C5B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D658186-B627-8330-30C0-B6AEEFA0BD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00E94C-6DA9-7199-EE6C-61046C327C43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68430B-A1F5-ED5B-142B-45620DEFBC6A}"/>
                </a:ext>
              </a:extLst>
            </p:cNvPr>
            <p:cNvSpPr txBox="1"/>
            <p:nvPr/>
          </p:nvSpPr>
          <p:spPr>
            <a:xfrm>
              <a:off x="5546334" y="2037442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D687E04D-E40E-B16A-56CD-A5784A262988}"/>
              </a:ext>
            </a:extLst>
          </p:cNvPr>
          <p:cNvGrpSpPr/>
          <p:nvPr/>
        </p:nvGrpSpPr>
        <p:grpSpPr>
          <a:xfrm>
            <a:off x="3727858" y="2194252"/>
            <a:ext cx="734206" cy="588839"/>
            <a:chOff x="1596168" y="1993597"/>
            <a:chExt cx="734206" cy="588839"/>
          </a:xfrm>
        </p:grpSpPr>
        <p:sp>
          <p:nvSpPr>
            <p:cNvPr id="17" name="Овал 16">
              <a:extLst>
                <a:ext uri="{FF2B5EF4-FFF2-40B4-BE49-F238E27FC236}">
                  <a16:creationId xmlns:a16="http://schemas.microsoft.com/office/drawing/2014/main" id="{EEF57C8B-79E0-F89F-19DE-B1574022A5F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E9D4817-BCA0-3152-D8BE-F9B805C3396C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0.5</a:t>
              </a:r>
              <a:endParaRPr lang="ru-RU" sz="2000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130C032-1C8D-44A0-7BAC-B87062BF52C8}"/>
              </a:ext>
            </a:extLst>
          </p:cNvPr>
          <p:cNvSpPr txBox="1"/>
          <p:nvPr/>
        </p:nvSpPr>
        <p:spPr>
          <a:xfrm>
            <a:off x="1317323" y="2702083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CF042B-F079-A1A3-198E-38DDC62111A9}"/>
              </a:ext>
            </a:extLst>
          </p:cNvPr>
          <p:cNvSpPr txBox="1"/>
          <p:nvPr/>
        </p:nvSpPr>
        <p:spPr>
          <a:xfrm>
            <a:off x="3135893" y="2716265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7F45C7-6EFA-B558-0FEA-28DCE13E0C01}"/>
              </a:ext>
            </a:extLst>
          </p:cNvPr>
          <p:cNvSpPr txBox="1"/>
          <p:nvPr/>
        </p:nvSpPr>
        <p:spPr>
          <a:xfrm>
            <a:off x="4273605" y="2754890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CEBCB9-9462-6657-951B-BE8C5B8BFEAB}"/>
              </a:ext>
            </a:extLst>
          </p:cNvPr>
          <p:cNvSpPr txBox="1"/>
          <p:nvPr/>
        </p:nvSpPr>
        <p:spPr>
          <a:xfrm>
            <a:off x="5090622" y="2757387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9884E2-5949-7B78-4D2C-4B06D83EB168}"/>
              </a:ext>
            </a:extLst>
          </p:cNvPr>
          <p:cNvSpPr txBox="1"/>
          <p:nvPr/>
        </p:nvSpPr>
        <p:spPr>
          <a:xfrm>
            <a:off x="5929680" y="2754890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643E74-E20F-81E2-ED09-D6E2D6684CB7}"/>
              </a:ext>
            </a:extLst>
          </p:cNvPr>
          <p:cNvSpPr txBox="1"/>
          <p:nvPr/>
        </p:nvSpPr>
        <p:spPr>
          <a:xfrm>
            <a:off x="6701047" y="2757752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36703C-9D34-6AE6-AE07-709A7371EE15}"/>
              </a:ext>
            </a:extLst>
          </p:cNvPr>
          <p:cNvSpPr txBox="1"/>
          <p:nvPr/>
        </p:nvSpPr>
        <p:spPr>
          <a:xfrm>
            <a:off x="7508257" y="2773761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EABB25A1-20FC-8E95-7F02-8B1BE3400AD7}"/>
              </a:ext>
            </a:extLst>
          </p:cNvPr>
          <p:cNvGrpSpPr/>
          <p:nvPr/>
        </p:nvGrpSpPr>
        <p:grpSpPr>
          <a:xfrm>
            <a:off x="2341164" y="2194252"/>
            <a:ext cx="734206" cy="588839"/>
            <a:chOff x="1596168" y="1993597"/>
            <a:chExt cx="734206" cy="588839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BC76420F-52AC-F44B-D083-920EC19FEA5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B00125-3AC9-7944-EAA5-51CD08238C93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B168161E-C665-E9A9-70E9-7E23FBB64DD8}"/>
              </a:ext>
            </a:extLst>
          </p:cNvPr>
          <p:cNvGrpSpPr/>
          <p:nvPr/>
        </p:nvGrpSpPr>
        <p:grpSpPr>
          <a:xfrm>
            <a:off x="4613657" y="2184922"/>
            <a:ext cx="734206" cy="588839"/>
            <a:chOff x="1596168" y="1993597"/>
            <a:chExt cx="734206" cy="588839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FA1407B2-1F22-F858-1D26-A1DB55A86AB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1B51CA-680C-69BE-D12E-42B2B2409F9E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0.6</a:t>
              </a:r>
              <a:endParaRPr lang="ru-RU" sz="2000" dirty="0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6619D45D-1358-76F6-618B-C765D794A9BF}"/>
              </a:ext>
            </a:extLst>
          </p:cNvPr>
          <p:cNvGrpSpPr/>
          <p:nvPr/>
        </p:nvGrpSpPr>
        <p:grpSpPr>
          <a:xfrm>
            <a:off x="5418037" y="2194252"/>
            <a:ext cx="734206" cy="588839"/>
            <a:chOff x="1596168" y="1993597"/>
            <a:chExt cx="734206" cy="588839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616DBC2F-8244-8C5F-60B4-ED9780537A3D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D6339A3-0B6C-A80E-EC3D-FAEE2910813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0.7</a:t>
              </a:r>
              <a:endParaRPr lang="ru-RU" sz="20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D2600A27-1210-5099-D675-23468D617FAD}"/>
              </a:ext>
            </a:extLst>
          </p:cNvPr>
          <p:cNvGrpSpPr/>
          <p:nvPr/>
        </p:nvGrpSpPr>
        <p:grpSpPr>
          <a:xfrm>
            <a:off x="6205959" y="2194252"/>
            <a:ext cx="734206" cy="588839"/>
            <a:chOff x="1596168" y="1993597"/>
            <a:chExt cx="734206" cy="588839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B255C627-2112-AB11-1FFD-DE95ECEF773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230E855-7D77-F924-83E6-2BE452E7A91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0.8</a:t>
              </a:r>
              <a:endParaRPr lang="ru-RU" sz="2000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D75DB00B-E8B0-264E-B39F-309D1E911E6B}"/>
              </a:ext>
            </a:extLst>
          </p:cNvPr>
          <p:cNvGrpSpPr/>
          <p:nvPr/>
        </p:nvGrpSpPr>
        <p:grpSpPr>
          <a:xfrm>
            <a:off x="7020951" y="2194252"/>
            <a:ext cx="734206" cy="588839"/>
            <a:chOff x="1596168" y="1993597"/>
            <a:chExt cx="734206" cy="588839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779BD2A0-2C39-A39B-F888-5B28E9C4C09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96D8563-A712-5EA1-3454-EC22B9373AE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0.9</a:t>
              </a:r>
              <a:endParaRPr lang="ru-RU" sz="20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4D2322D-83DC-F1FE-DA17-DBFE5B8B9734}"/>
              </a:ext>
            </a:extLst>
          </p:cNvPr>
          <p:cNvSpPr txBox="1"/>
          <p:nvPr/>
        </p:nvSpPr>
        <p:spPr>
          <a:xfrm>
            <a:off x="9474348" y="5996671"/>
            <a:ext cx="638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ПЕ</a:t>
            </a:r>
            <a:r>
              <a:rPr lang="en-US" sz="2400" dirty="0"/>
              <a:t>|</a:t>
            </a:r>
            <a:endParaRPr lang="ru-RU" sz="240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BFC2F0F-F199-8456-ACB0-F87CE56D1337}"/>
              </a:ext>
            </a:extLst>
          </p:cNvPr>
          <p:cNvGrpSpPr/>
          <p:nvPr/>
        </p:nvGrpSpPr>
        <p:grpSpPr>
          <a:xfrm>
            <a:off x="363893" y="3469539"/>
            <a:ext cx="8069938" cy="789493"/>
            <a:chOff x="405688" y="2037442"/>
            <a:chExt cx="5465485" cy="534696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9158ACAD-5F8C-747A-29E0-473E69ED54C9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45" name="Прямая соединительная линия 44">
                <a:extLst>
                  <a:ext uri="{FF2B5EF4-FFF2-40B4-BE49-F238E27FC236}">
                    <a16:creationId xmlns:a16="http://schemas.microsoft.com/office/drawing/2014/main" id="{C613E0FE-E0FC-7353-6123-00D2F06F759F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>
                <a:extLst>
                  <a:ext uri="{FF2B5EF4-FFF2-40B4-BE49-F238E27FC236}">
                    <a16:creationId xmlns:a16="http://schemas.microsoft.com/office/drawing/2014/main" id="{A73DE71A-1296-F49D-5A12-828BEF685E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>
                <a:extLst>
                  <a:ext uri="{FF2B5EF4-FFF2-40B4-BE49-F238E27FC236}">
                    <a16:creationId xmlns:a16="http://schemas.microsoft.com/office/drawing/2014/main" id="{BE2F869E-E9F3-458B-22E4-F9F3CD3996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4F1A5B-6FD5-4A24-7C43-F2B78C03B9F2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4901459-272A-D54C-ACD7-058944660210}"/>
                </a:ext>
              </a:extLst>
            </p:cNvPr>
            <p:cNvSpPr txBox="1"/>
            <p:nvPr/>
          </p:nvSpPr>
          <p:spPr>
            <a:xfrm>
              <a:off x="5534402" y="2037442"/>
              <a:ext cx="336771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26C69C0D-90FC-4A03-DB9F-BAF8648492AC}"/>
              </a:ext>
            </a:extLst>
          </p:cNvPr>
          <p:cNvGrpSpPr/>
          <p:nvPr/>
        </p:nvGrpSpPr>
        <p:grpSpPr>
          <a:xfrm>
            <a:off x="3727858" y="3554061"/>
            <a:ext cx="734206" cy="588839"/>
            <a:chOff x="1596168" y="1993597"/>
            <a:chExt cx="734206" cy="588839"/>
          </a:xfrm>
        </p:grpSpPr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id="{AEC7D06D-8A0E-9C48-71E0-8F0B32665CA3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7746247-A5AC-4119-EE26-F780E2BC159D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0.15</a:t>
              </a:r>
              <a:endParaRPr lang="ru-RU" sz="2000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9312997-9546-F15D-F145-EA3A95062ADB}"/>
              </a:ext>
            </a:extLst>
          </p:cNvPr>
          <p:cNvSpPr txBox="1"/>
          <p:nvPr/>
        </p:nvSpPr>
        <p:spPr>
          <a:xfrm>
            <a:off x="1317323" y="4061892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32B39E-9700-2BC0-D419-A9846ACE796E}"/>
              </a:ext>
            </a:extLst>
          </p:cNvPr>
          <p:cNvSpPr txBox="1"/>
          <p:nvPr/>
        </p:nvSpPr>
        <p:spPr>
          <a:xfrm>
            <a:off x="3135893" y="4076074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C4675C-0A44-55A1-D301-318501A3BDFE}"/>
              </a:ext>
            </a:extLst>
          </p:cNvPr>
          <p:cNvSpPr txBox="1"/>
          <p:nvPr/>
        </p:nvSpPr>
        <p:spPr>
          <a:xfrm>
            <a:off x="4273605" y="4114699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BBB43C-42BA-D4FA-7C2B-3874887A31E4}"/>
              </a:ext>
            </a:extLst>
          </p:cNvPr>
          <p:cNvSpPr txBox="1"/>
          <p:nvPr/>
        </p:nvSpPr>
        <p:spPr>
          <a:xfrm>
            <a:off x="5090622" y="4117196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699C86-BFFD-6FC6-5015-49C565960BF4}"/>
              </a:ext>
            </a:extLst>
          </p:cNvPr>
          <p:cNvSpPr txBox="1"/>
          <p:nvPr/>
        </p:nvSpPr>
        <p:spPr>
          <a:xfrm>
            <a:off x="5929680" y="4114699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99CBF4-4A9A-6089-2992-12ADDC2A4B81}"/>
              </a:ext>
            </a:extLst>
          </p:cNvPr>
          <p:cNvSpPr txBox="1"/>
          <p:nvPr/>
        </p:nvSpPr>
        <p:spPr>
          <a:xfrm>
            <a:off x="6701047" y="4117561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D2A9E6-458E-5AF0-69B7-E4FFA11F0C55}"/>
              </a:ext>
            </a:extLst>
          </p:cNvPr>
          <p:cNvSpPr txBox="1"/>
          <p:nvPr/>
        </p:nvSpPr>
        <p:spPr>
          <a:xfrm>
            <a:off x="7508257" y="4133570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7ADAEFE3-7B71-2D64-04A8-7BAE5E9AA64C}"/>
              </a:ext>
            </a:extLst>
          </p:cNvPr>
          <p:cNvGrpSpPr/>
          <p:nvPr/>
        </p:nvGrpSpPr>
        <p:grpSpPr>
          <a:xfrm>
            <a:off x="2341164" y="3554061"/>
            <a:ext cx="734206" cy="588839"/>
            <a:chOff x="1596168" y="1993597"/>
            <a:chExt cx="734206" cy="588839"/>
          </a:xfrm>
        </p:grpSpPr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8B45B673-54D4-D481-40B9-55F7FACCCE6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5F0691F-9476-F64B-AD27-276479F2CBE1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7E7EC67B-8E77-7611-C61F-31ECFAB1BEF4}"/>
              </a:ext>
            </a:extLst>
          </p:cNvPr>
          <p:cNvGrpSpPr/>
          <p:nvPr/>
        </p:nvGrpSpPr>
        <p:grpSpPr>
          <a:xfrm>
            <a:off x="4613657" y="3544731"/>
            <a:ext cx="734206" cy="588839"/>
            <a:chOff x="1596168" y="1993597"/>
            <a:chExt cx="734206" cy="588839"/>
          </a:xfrm>
        </p:grpSpPr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8E5770A2-07CF-D295-E12E-F3F3C7C03D6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0F48D56-6CCE-BC14-BCB3-72D91FD58935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0.18</a:t>
              </a:r>
              <a:endParaRPr lang="ru-RU" sz="2000" dirty="0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5E0CBF36-71AE-5457-49C2-562A59B73FB1}"/>
              </a:ext>
            </a:extLst>
          </p:cNvPr>
          <p:cNvGrpSpPr/>
          <p:nvPr/>
        </p:nvGrpSpPr>
        <p:grpSpPr>
          <a:xfrm>
            <a:off x="5418037" y="3554061"/>
            <a:ext cx="734206" cy="588839"/>
            <a:chOff x="1596168" y="1993597"/>
            <a:chExt cx="734206" cy="588839"/>
          </a:xfrm>
        </p:grpSpPr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B5DBC21C-F08A-266C-1A1E-0597D6543F4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65F094B-4982-7F29-1ECE-765E12A54ED0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0.21</a:t>
              </a:r>
              <a:endParaRPr lang="ru-RU" sz="2000" dirty="0"/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A30EB797-D1E2-BAE7-8F26-BF423A62391B}"/>
              </a:ext>
            </a:extLst>
          </p:cNvPr>
          <p:cNvGrpSpPr/>
          <p:nvPr/>
        </p:nvGrpSpPr>
        <p:grpSpPr>
          <a:xfrm>
            <a:off x="6205959" y="3554061"/>
            <a:ext cx="734206" cy="588839"/>
            <a:chOff x="1596168" y="1993597"/>
            <a:chExt cx="734206" cy="588839"/>
          </a:xfrm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22069FC9-A0B9-88F0-F319-F86A32F4EF9B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30AAF41-9BCD-454D-E7B3-CFCA4C8DCF74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0.24</a:t>
              </a:r>
              <a:endParaRPr lang="ru-RU" sz="2000" dirty="0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DE821E14-C2B7-6AF2-B8CE-14327F89E36B}"/>
              </a:ext>
            </a:extLst>
          </p:cNvPr>
          <p:cNvGrpSpPr/>
          <p:nvPr/>
        </p:nvGrpSpPr>
        <p:grpSpPr>
          <a:xfrm>
            <a:off x="7020951" y="3554061"/>
            <a:ext cx="734206" cy="588839"/>
            <a:chOff x="1596168" y="1993597"/>
            <a:chExt cx="734206" cy="588839"/>
          </a:xfrm>
        </p:grpSpPr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BA0E7867-00CA-7783-0E97-14B7A280294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71DA641-465E-BAC9-899E-BD764AEDA193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0.27</a:t>
              </a:r>
              <a:endParaRPr lang="ru-RU" sz="2000" dirty="0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8189DBA4-514C-05D1-45BD-0DA172E3D55A}"/>
              </a:ext>
            </a:extLst>
          </p:cNvPr>
          <p:cNvGrpSpPr/>
          <p:nvPr/>
        </p:nvGrpSpPr>
        <p:grpSpPr>
          <a:xfrm>
            <a:off x="2242104" y="3921433"/>
            <a:ext cx="1425167" cy="748267"/>
            <a:chOff x="1219007" y="2355240"/>
            <a:chExt cx="1425167" cy="748267"/>
          </a:xfrm>
        </p:grpSpPr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9DE3FBC7-7537-332D-29A9-1FF2D4F9516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0821735-6365-544F-82ED-822999E7D7CA}"/>
                </a:ext>
              </a:extLst>
            </p:cNvPr>
            <p:cNvSpPr txBox="1"/>
            <p:nvPr/>
          </p:nvSpPr>
          <p:spPr>
            <a:xfrm>
              <a:off x="1219007" y="2703397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080A1091-66BE-A01E-712E-E5373CAE8660}"/>
              </a:ext>
            </a:extLst>
          </p:cNvPr>
          <p:cNvGrpSpPr/>
          <p:nvPr/>
        </p:nvGrpSpPr>
        <p:grpSpPr>
          <a:xfrm>
            <a:off x="218034" y="4777849"/>
            <a:ext cx="8215797" cy="789493"/>
            <a:chOff x="350330" y="2037442"/>
            <a:chExt cx="5564270" cy="534696"/>
          </a:xfrm>
        </p:grpSpPr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A0E31FD8-1AD4-5250-65AF-E0C02655A7FB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77" name="Прямая соединительная линия 76">
                <a:extLst>
                  <a:ext uri="{FF2B5EF4-FFF2-40B4-BE49-F238E27FC236}">
                    <a16:creationId xmlns:a16="http://schemas.microsoft.com/office/drawing/2014/main" id="{EB7D9ADC-89BB-C966-DD7D-E71243F6DAFD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Прямая соединительная линия 77">
                <a:extLst>
                  <a:ext uri="{FF2B5EF4-FFF2-40B4-BE49-F238E27FC236}">
                    <a16:creationId xmlns:a16="http://schemas.microsoft.com/office/drawing/2014/main" id="{97DD55E6-5C5D-1121-043D-A51ED5B2BB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Прямая соединительная линия 78">
                <a:extLst>
                  <a:ext uri="{FF2B5EF4-FFF2-40B4-BE49-F238E27FC236}">
                    <a16:creationId xmlns:a16="http://schemas.microsoft.com/office/drawing/2014/main" id="{38265662-5F55-5654-259B-E51CC934AE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0A1FF0E-1FC6-A1BD-FB98-B7C18121BD00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F17F3CA-A4F3-A0B3-D984-BE803B227456}"/>
                </a:ext>
              </a:extLst>
            </p:cNvPr>
            <p:cNvSpPr txBox="1"/>
            <p:nvPr/>
          </p:nvSpPr>
          <p:spPr>
            <a:xfrm>
              <a:off x="5490976" y="2037442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0.15</a:t>
              </a:r>
              <a:endParaRPr lang="ru-RU" sz="2000" dirty="0"/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ACBCEAA6-D3A9-6D07-554D-B7DA2DD82592}"/>
              </a:ext>
            </a:extLst>
          </p:cNvPr>
          <p:cNvGrpSpPr/>
          <p:nvPr/>
        </p:nvGrpSpPr>
        <p:grpSpPr>
          <a:xfrm>
            <a:off x="3663737" y="4862371"/>
            <a:ext cx="734206" cy="588839"/>
            <a:chOff x="1596168" y="1993597"/>
            <a:chExt cx="734206" cy="588839"/>
          </a:xfrm>
        </p:grpSpPr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2DC114CE-FB68-B29F-5A38-E28FF19D4CC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1522C8F-0728-F9C3-4ED6-A276153A4152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0.12</a:t>
              </a:r>
              <a:endParaRPr lang="ru-RU" sz="2000" dirty="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36A7CE0-49BB-6A31-2477-BCE25D597A82}"/>
              </a:ext>
            </a:extLst>
          </p:cNvPr>
          <p:cNvSpPr txBox="1"/>
          <p:nvPr/>
        </p:nvSpPr>
        <p:spPr>
          <a:xfrm>
            <a:off x="1253202" y="5370202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46A0D4-BA84-9F11-C6A0-D3A10EDC45F7}"/>
              </a:ext>
            </a:extLst>
          </p:cNvPr>
          <p:cNvSpPr txBox="1"/>
          <p:nvPr/>
        </p:nvSpPr>
        <p:spPr>
          <a:xfrm>
            <a:off x="3071772" y="5384384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DCABD5C-11AF-599B-FC2F-9439A6860746}"/>
              </a:ext>
            </a:extLst>
          </p:cNvPr>
          <p:cNvSpPr txBox="1"/>
          <p:nvPr/>
        </p:nvSpPr>
        <p:spPr>
          <a:xfrm>
            <a:off x="4209484" y="5423009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544D2A4-D9F8-7091-EF11-48E3B627C617}"/>
              </a:ext>
            </a:extLst>
          </p:cNvPr>
          <p:cNvSpPr txBox="1"/>
          <p:nvPr/>
        </p:nvSpPr>
        <p:spPr>
          <a:xfrm>
            <a:off x="5026501" y="5425506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9F11247-5450-7A29-CB4F-D9A066015BBC}"/>
              </a:ext>
            </a:extLst>
          </p:cNvPr>
          <p:cNvSpPr txBox="1"/>
          <p:nvPr/>
        </p:nvSpPr>
        <p:spPr>
          <a:xfrm>
            <a:off x="5865559" y="5423009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B9E5DF-89FE-FF12-A45F-C84605967699}"/>
              </a:ext>
            </a:extLst>
          </p:cNvPr>
          <p:cNvSpPr txBox="1"/>
          <p:nvPr/>
        </p:nvSpPr>
        <p:spPr>
          <a:xfrm>
            <a:off x="6636926" y="5425871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8E3567D-8176-8CD4-7166-F4B8BE5335DB}"/>
              </a:ext>
            </a:extLst>
          </p:cNvPr>
          <p:cNvSpPr txBox="1"/>
          <p:nvPr/>
        </p:nvSpPr>
        <p:spPr>
          <a:xfrm>
            <a:off x="7444136" y="5441880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44F17C28-53B4-03C7-9CB0-A8C00B1FF6D2}"/>
              </a:ext>
            </a:extLst>
          </p:cNvPr>
          <p:cNvGrpSpPr/>
          <p:nvPr/>
        </p:nvGrpSpPr>
        <p:grpSpPr>
          <a:xfrm>
            <a:off x="2174228" y="4862370"/>
            <a:ext cx="871599" cy="588840"/>
            <a:chOff x="1493353" y="1993596"/>
            <a:chExt cx="871599" cy="588840"/>
          </a:xfrm>
        </p:grpSpPr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CABFA189-FCF3-9B5C-48D0-0345E802736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49C7534-292C-6D9B-5867-4D7A5B273B6B}"/>
                </a:ext>
              </a:extLst>
            </p:cNvPr>
            <p:cNvSpPr txBox="1"/>
            <p:nvPr/>
          </p:nvSpPr>
          <p:spPr>
            <a:xfrm>
              <a:off x="1493353" y="1993596"/>
              <a:ext cx="871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0.108</a:t>
              </a:r>
              <a:endParaRPr lang="ru-RU" sz="2000" dirty="0"/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0BEE5C62-3F5F-78B4-4DEB-4D78E239A35E}"/>
              </a:ext>
            </a:extLst>
          </p:cNvPr>
          <p:cNvGrpSpPr/>
          <p:nvPr/>
        </p:nvGrpSpPr>
        <p:grpSpPr>
          <a:xfrm>
            <a:off x="4549536" y="4853041"/>
            <a:ext cx="734206" cy="588839"/>
            <a:chOff x="1596168" y="1993597"/>
            <a:chExt cx="734206" cy="588839"/>
          </a:xfrm>
        </p:grpSpPr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F53DE48E-5AFB-379B-A45C-D44A542FDBD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5A82A6B-FCF5-90F7-DCFF-E80A7F19257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0.126</a:t>
              </a:r>
              <a:endParaRPr lang="ru-RU" sz="2000" dirty="0"/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C478D4C2-E55C-A9DF-6A59-380CDC9EBC78}"/>
              </a:ext>
            </a:extLst>
          </p:cNvPr>
          <p:cNvGrpSpPr/>
          <p:nvPr/>
        </p:nvGrpSpPr>
        <p:grpSpPr>
          <a:xfrm>
            <a:off x="5353916" y="4862371"/>
            <a:ext cx="734206" cy="588839"/>
            <a:chOff x="1596168" y="1993597"/>
            <a:chExt cx="734206" cy="588839"/>
          </a:xfrm>
        </p:grpSpPr>
        <p:sp>
          <p:nvSpPr>
            <p:cNvPr id="97" name="Овал 96">
              <a:extLst>
                <a:ext uri="{FF2B5EF4-FFF2-40B4-BE49-F238E27FC236}">
                  <a16:creationId xmlns:a16="http://schemas.microsoft.com/office/drawing/2014/main" id="{A16608D4-F4A1-E733-2FFE-E0F6C330CC5B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1CAE2FA-EEDE-14BC-43A8-A6951C2A129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0.132</a:t>
              </a:r>
              <a:endParaRPr lang="ru-RU" sz="2000" dirty="0"/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59DE03F7-7E8B-BA15-2878-DEB6260A0FFC}"/>
              </a:ext>
            </a:extLst>
          </p:cNvPr>
          <p:cNvGrpSpPr/>
          <p:nvPr/>
        </p:nvGrpSpPr>
        <p:grpSpPr>
          <a:xfrm>
            <a:off x="6141838" y="4862371"/>
            <a:ext cx="734206" cy="588839"/>
            <a:chOff x="1596168" y="1993597"/>
            <a:chExt cx="734206" cy="588839"/>
          </a:xfrm>
        </p:grpSpPr>
        <p:sp>
          <p:nvSpPr>
            <p:cNvPr id="100" name="Овал 99">
              <a:extLst>
                <a:ext uri="{FF2B5EF4-FFF2-40B4-BE49-F238E27FC236}">
                  <a16:creationId xmlns:a16="http://schemas.microsoft.com/office/drawing/2014/main" id="{9F724FE0-DE0E-F334-9A4E-C6F8F6F12DF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872B9CC-D522-9233-09CB-8D79EAC0D1C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0.138</a:t>
              </a:r>
              <a:endParaRPr lang="ru-RU" sz="2000" dirty="0"/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50795932-76F0-2A2A-8630-7A96AF02A088}"/>
              </a:ext>
            </a:extLst>
          </p:cNvPr>
          <p:cNvGrpSpPr/>
          <p:nvPr/>
        </p:nvGrpSpPr>
        <p:grpSpPr>
          <a:xfrm>
            <a:off x="6956830" y="4862371"/>
            <a:ext cx="734206" cy="588839"/>
            <a:chOff x="1596168" y="1993597"/>
            <a:chExt cx="734206" cy="588839"/>
          </a:xfrm>
        </p:grpSpPr>
        <p:sp>
          <p:nvSpPr>
            <p:cNvPr id="103" name="Овал 102">
              <a:extLst>
                <a:ext uri="{FF2B5EF4-FFF2-40B4-BE49-F238E27FC236}">
                  <a16:creationId xmlns:a16="http://schemas.microsoft.com/office/drawing/2014/main" id="{98D87A1C-9881-A0F5-6E35-F19EDCE25EE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477446C-3C28-83CD-E045-76AC8548CA52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0.144</a:t>
              </a:r>
              <a:endParaRPr lang="ru-RU" sz="2000" dirty="0"/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46C8C4CE-83AF-8E2F-124E-669F6A780439}"/>
              </a:ext>
            </a:extLst>
          </p:cNvPr>
          <p:cNvGrpSpPr/>
          <p:nvPr/>
        </p:nvGrpSpPr>
        <p:grpSpPr>
          <a:xfrm>
            <a:off x="78706" y="5244706"/>
            <a:ext cx="1425167" cy="748267"/>
            <a:chOff x="1219007" y="2355240"/>
            <a:chExt cx="1425167" cy="748267"/>
          </a:xfrm>
        </p:grpSpPr>
        <p:sp>
          <p:nvSpPr>
            <p:cNvPr id="106" name="Овал 105">
              <a:extLst>
                <a:ext uri="{FF2B5EF4-FFF2-40B4-BE49-F238E27FC236}">
                  <a16:creationId xmlns:a16="http://schemas.microsoft.com/office/drawing/2014/main" id="{2400F1F5-B7FD-9647-B44F-FEF4AF62DE1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881BD28-C9E1-88FA-6B44-892D1C4B559F}"/>
                </a:ext>
              </a:extLst>
            </p:cNvPr>
            <p:cNvSpPr txBox="1"/>
            <p:nvPr/>
          </p:nvSpPr>
          <p:spPr>
            <a:xfrm>
              <a:off x="1219007" y="2703397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8528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  <p:bldP spid="85" grpId="0"/>
      <p:bldP spid="86" grpId="0"/>
      <p:bldP spid="87" grpId="0"/>
      <p:bldP spid="88" grpId="0"/>
      <p:bldP spid="8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C98FC-3A71-82D7-F966-039286D0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DECODING TIME!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80DD4-9AA5-3BDC-D05E-7B7E3CE3249B}"/>
              </a:ext>
            </a:extLst>
          </p:cNvPr>
          <p:cNvSpPr txBox="1"/>
          <p:nvPr/>
        </p:nvSpPr>
        <p:spPr>
          <a:xfrm>
            <a:off x="9474348" y="1894483"/>
            <a:ext cx="2023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0.09223333</a:t>
            </a:r>
            <a:endParaRPr lang="ru-RU" sz="28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5AA4F72-9CD8-FD1F-9760-409417FA8D92}"/>
              </a:ext>
            </a:extLst>
          </p:cNvPr>
          <p:cNvGraphicFramePr>
            <a:graphicFrameLocks noGrp="1"/>
          </p:cNvGraphicFramePr>
          <p:nvPr/>
        </p:nvGraphicFramePr>
        <p:xfrm>
          <a:off x="9157996" y="2420906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4D2322D-83DC-F1FE-DA17-DBFE5B8B9734}"/>
              </a:ext>
            </a:extLst>
          </p:cNvPr>
          <p:cNvSpPr txBox="1"/>
          <p:nvPr/>
        </p:nvSpPr>
        <p:spPr>
          <a:xfrm>
            <a:off x="9474348" y="5996671"/>
            <a:ext cx="841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ПЕП</a:t>
            </a:r>
            <a:r>
              <a:rPr lang="en-US" sz="2400" dirty="0"/>
              <a:t>|</a:t>
            </a:r>
            <a:endParaRPr lang="ru-RU" sz="2400" dirty="0"/>
          </a:p>
        </p:txBody>
      </p: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080A1091-66BE-A01E-712E-E5373CAE8660}"/>
              </a:ext>
            </a:extLst>
          </p:cNvPr>
          <p:cNvGrpSpPr/>
          <p:nvPr/>
        </p:nvGrpSpPr>
        <p:grpSpPr>
          <a:xfrm>
            <a:off x="218034" y="1894483"/>
            <a:ext cx="8215797" cy="789493"/>
            <a:chOff x="350330" y="2037442"/>
            <a:chExt cx="5564270" cy="534696"/>
          </a:xfrm>
        </p:grpSpPr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A0E31FD8-1AD4-5250-65AF-E0C02655A7FB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77" name="Прямая соединительная линия 76">
                <a:extLst>
                  <a:ext uri="{FF2B5EF4-FFF2-40B4-BE49-F238E27FC236}">
                    <a16:creationId xmlns:a16="http://schemas.microsoft.com/office/drawing/2014/main" id="{EB7D9ADC-89BB-C966-DD7D-E71243F6DAFD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Прямая соединительная линия 77">
                <a:extLst>
                  <a:ext uri="{FF2B5EF4-FFF2-40B4-BE49-F238E27FC236}">
                    <a16:creationId xmlns:a16="http://schemas.microsoft.com/office/drawing/2014/main" id="{97DD55E6-5C5D-1121-043D-A51ED5B2BB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Прямая соединительная линия 78">
                <a:extLst>
                  <a:ext uri="{FF2B5EF4-FFF2-40B4-BE49-F238E27FC236}">
                    <a16:creationId xmlns:a16="http://schemas.microsoft.com/office/drawing/2014/main" id="{38265662-5F55-5654-259B-E51CC934AE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0A1FF0E-1FC6-A1BD-FB98-B7C18121BD00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F17F3CA-A4F3-A0B3-D984-BE803B227456}"/>
                </a:ext>
              </a:extLst>
            </p:cNvPr>
            <p:cNvSpPr txBox="1"/>
            <p:nvPr/>
          </p:nvSpPr>
          <p:spPr>
            <a:xfrm>
              <a:off x="5490976" y="2037442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0.15</a:t>
              </a:r>
              <a:endParaRPr lang="ru-RU" sz="2000" dirty="0"/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ACBCEAA6-D3A9-6D07-554D-B7DA2DD82592}"/>
              </a:ext>
            </a:extLst>
          </p:cNvPr>
          <p:cNvGrpSpPr/>
          <p:nvPr/>
        </p:nvGrpSpPr>
        <p:grpSpPr>
          <a:xfrm>
            <a:off x="3663737" y="1979005"/>
            <a:ext cx="734206" cy="588839"/>
            <a:chOff x="1596168" y="1993597"/>
            <a:chExt cx="734206" cy="588839"/>
          </a:xfrm>
        </p:grpSpPr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2DC114CE-FB68-B29F-5A38-E28FF19D4CC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1522C8F-0728-F9C3-4ED6-A276153A4152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0.12</a:t>
              </a:r>
              <a:endParaRPr lang="ru-RU" sz="2000" dirty="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36A7CE0-49BB-6A31-2477-BCE25D597A82}"/>
              </a:ext>
            </a:extLst>
          </p:cNvPr>
          <p:cNvSpPr txBox="1"/>
          <p:nvPr/>
        </p:nvSpPr>
        <p:spPr>
          <a:xfrm>
            <a:off x="1253202" y="2486836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46A0D4-BA84-9F11-C6A0-D3A10EDC45F7}"/>
              </a:ext>
            </a:extLst>
          </p:cNvPr>
          <p:cNvSpPr txBox="1"/>
          <p:nvPr/>
        </p:nvSpPr>
        <p:spPr>
          <a:xfrm>
            <a:off x="3071772" y="2501018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DCABD5C-11AF-599B-FC2F-9439A6860746}"/>
              </a:ext>
            </a:extLst>
          </p:cNvPr>
          <p:cNvSpPr txBox="1"/>
          <p:nvPr/>
        </p:nvSpPr>
        <p:spPr>
          <a:xfrm>
            <a:off x="4209484" y="2539643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544D2A4-D9F8-7091-EF11-48E3B627C617}"/>
              </a:ext>
            </a:extLst>
          </p:cNvPr>
          <p:cNvSpPr txBox="1"/>
          <p:nvPr/>
        </p:nvSpPr>
        <p:spPr>
          <a:xfrm>
            <a:off x="5026501" y="2542140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9F11247-5450-7A29-CB4F-D9A066015BBC}"/>
              </a:ext>
            </a:extLst>
          </p:cNvPr>
          <p:cNvSpPr txBox="1"/>
          <p:nvPr/>
        </p:nvSpPr>
        <p:spPr>
          <a:xfrm>
            <a:off x="5865559" y="2539643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B9E5DF-89FE-FF12-A45F-C84605967699}"/>
              </a:ext>
            </a:extLst>
          </p:cNvPr>
          <p:cNvSpPr txBox="1"/>
          <p:nvPr/>
        </p:nvSpPr>
        <p:spPr>
          <a:xfrm>
            <a:off x="6636926" y="2542505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8E3567D-8176-8CD4-7166-F4B8BE5335DB}"/>
              </a:ext>
            </a:extLst>
          </p:cNvPr>
          <p:cNvSpPr txBox="1"/>
          <p:nvPr/>
        </p:nvSpPr>
        <p:spPr>
          <a:xfrm>
            <a:off x="7444136" y="2558514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44F17C28-53B4-03C7-9CB0-A8C00B1FF6D2}"/>
              </a:ext>
            </a:extLst>
          </p:cNvPr>
          <p:cNvGrpSpPr/>
          <p:nvPr/>
        </p:nvGrpSpPr>
        <p:grpSpPr>
          <a:xfrm>
            <a:off x="2174228" y="1979004"/>
            <a:ext cx="871599" cy="588840"/>
            <a:chOff x="1493353" y="1993596"/>
            <a:chExt cx="871599" cy="588840"/>
          </a:xfrm>
        </p:grpSpPr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CABFA189-FCF3-9B5C-48D0-0345E802736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49C7534-292C-6D9B-5867-4D7A5B273B6B}"/>
                </a:ext>
              </a:extLst>
            </p:cNvPr>
            <p:cNvSpPr txBox="1"/>
            <p:nvPr/>
          </p:nvSpPr>
          <p:spPr>
            <a:xfrm>
              <a:off x="1493353" y="1993596"/>
              <a:ext cx="871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0.108</a:t>
              </a:r>
              <a:endParaRPr lang="ru-RU" sz="2000" dirty="0"/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0BEE5C62-3F5F-78B4-4DEB-4D78E239A35E}"/>
              </a:ext>
            </a:extLst>
          </p:cNvPr>
          <p:cNvGrpSpPr/>
          <p:nvPr/>
        </p:nvGrpSpPr>
        <p:grpSpPr>
          <a:xfrm>
            <a:off x="4549536" y="1969675"/>
            <a:ext cx="734206" cy="588839"/>
            <a:chOff x="1596168" y="1993597"/>
            <a:chExt cx="734206" cy="588839"/>
          </a:xfrm>
        </p:grpSpPr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F53DE48E-5AFB-379B-A45C-D44A542FDBD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5A82A6B-FCF5-90F7-DCFF-E80A7F19257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0.126</a:t>
              </a:r>
              <a:endParaRPr lang="ru-RU" sz="2000" dirty="0"/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C478D4C2-E55C-A9DF-6A59-380CDC9EBC78}"/>
              </a:ext>
            </a:extLst>
          </p:cNvPr>
          <p:cNvGrpSpPr/>
          <p:nvPr/>
        </p:nvGrpSpPr>
        <p:grpSpPr>
          <a:xfrm>
            <a:off x="5353916" y="1979005"/>
            <a:ext cx="734206" cy="588839"/>
            <a:chOff x="1596168" y="1993597"/>
            <a:chExt cx="734206" cy="588839"/>
          </a:xfrm>
        </p:grpSpPr>
        <p:sp>
          <p:nvSpPr>
            <p:cNvPr id="97" name="Овал 96">
              <a:extLst>
                <a:ext uri="{FF2B5EF4-FFF2-40B4-BE49-F238E27FC236}">
                  <a16:creationId xmlns:a16="http://schemas.microsoft.com/office/drawing/2014/main" id="{A16608D4-F4A1-E733-2FFE-E0F6C330CC5B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1CAE2FA-EEDE-14BC-43A8-A6951C2A129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0.132</a:t>
              </a:r>
              <a:endParaRPr lang="ru-RU" sz="2000" dirty="0"/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59DE03F7-7E8B-BA15-2878-DEB6260A0FFC}"/>
              </a:ext>
            </a:extLst>
          </p:cNvPr>
          <p:cNvGrpSpPr/>
          <p:nvPr/>
        </p:nvGrpSpPr>
        <p:grpSpPr>
          <a:xfrm>
            <a:off x="6141838" y="1979005"/>
            <a:ext cx="734206" cy="588839"/>
            <a:chOff x="1596168" y="1993597"/>
            <a:chExt cx="734206" cy="588839"/>
          </a:xfrm>
        </p:grpSpPr>
        <p:sp>
          <p:nvSpPr>
            <p:cNvPr id="100" name="Овал 99">
              <a:extLst>
                <a:ext uri="{FF2B5EF4-FFF2-40B4-BE49-F238E27FC236}">
                  <a16:creationId xmlns:a16="http://schemas.microsoft.com/office/drawing/2014/main" id="{9F724FE0-DE0E-F334-9A4E-C6F8F6F12DF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872B9CC-D522-9233-09CB-8D79EAC0D1C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0.138</a:t>
              </a:r>
              <a:endParaRPr lang="ru-RU" sz="2000" dirty="0"/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50795932-76F0-2A2A-8630-7A96AF02A088}"/>
              </a:ext>
            </a:extLst>
          </p:cNvPr>
          <p:cNvGrpSpPr/>
          <p:nvPr/>
        </p:nvGrpSpPr>
        <p:grpSpPr>
          <a:xfrm>
            <a:off x="6956830" y="1979005"/>
            <a:ext cx="734206" cy="588839"/>
            <a:chOff x="1596168" y="1993597"/>
            <a:chExt cx="734206" cy="588839"/>
          </a:xfrm>
        </p:grpSpPr>
        <p:sp>
          <p:nvSpPr>
            <p:cNvPr id="103" name="Овал 102">
              <a:extLst>
                <a:ext uri="{FF2B5EF4-FFF2-40B4-BE49-F238E27FC236}">
                  <a16:creationId xmlns:a16="http://schemas.microsoft.com/office/drawing/2014/main" id="{98D87A1C-9881-A0F5-6E35-F19EDCE25EE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477446C-3C28-83CD-E045-76AC8548CA52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0.144</a:t>
              </a:r>
              <a:endParaRPr lang="ru-RU" sz="2000" dirty="0"/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46C8C4CE-83AF-8E2F-124E-669F6A780439}"/>
              </a:ext>
            </a:extLst>
          </p:cNvPr>
          <p:cNvGrpSpPr/>
          <p:nvPr/>
        </p:nvGrpSpPr>
        <p:grpSpPr>
          <a:xfrm>
            <a:off x="78706" y="2361340"/>
            <a:ext cx="1425167" cy="748267"/>
            <a:chOff x="1219007" y="2355240"/>
            <a:chExt cx="1425167" cy="748267"/>
          </a:xfrm>
        </p:grpSpPr>
        <p:sp>
          <p:nvSpPr>
            <p:cNvPr id="106" name="Овал 105">
              <a:extLst>
                <a:ext uri="{FF2B5EF4-FFF2-40B4-BE49-F238E27FC236}">
                  <a16:creationId xmlns:a16="http://schemas.microsoft.com/office/drawing/2014/main" id="{2400F1F5-B7FD-9647-B44F-FEF4AF62DE1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881BD28-C9E1-88FA-6B44-892D1C4B559F}"/>
                </a:ext>
              </a:extLst>
            </p:cNvPr>
            <p:cNvSpPr txBox="1"/>
            <p:nvPr/>
          </p:nvSpPr>
          <p:spPr>
            <a:xfrm>
              <a:off x="1219007" y="2703397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7D59E74D-DD92-4E03-D6D7-FA738AB1F329}"/>
              </a:ext>
            </a:extLst>
          </p:cNvPr>
          <p:cNvGrpSpPr/>
          <p:nvPr/>
        </p:nvGrpSpPr>
        <p:grpSpPr>
          <a:xfrm>
            <a:off x="282155" y="3363299"/>
            <a:ext cx="8279917" cy="789493"/>
            <a:chOff x="350330" y="2037442"/>
            <a:chExt cx="5607696" cy="534696"/>
          </a:xfrm>
        </p:grpSpPr>
        <p:grpSp>
          <p:nvGrpSpPr>
            <p:cNvPr id="109" name="Группа 108">
              <a:extLst>
                <a:ext uri="{FF2B5EF4-FFF2-40B4-BE49-F238E27FC236}">
                  <a16:creationId xmlns:a16="http://schemas.microsoft.com/office/drawing/2014/main" id="{DAA65BB0-304C-1197-E033-0CDDE0FEA433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12" name="Прямая соединительная линия 111">
                <a:extLst>
                  <a:ext uri="{FF2B5EF4-FFF2-40B4-BE49-F238E27FC236}">
                    <a16:creationId xmlns:a16="http://schemas.microsoft.com/office/drawing/2014/main" id="{73A0A015-5112-3341-F7A1-2999FBA19C36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Прямая соединительная линия 112">
                <a:extLst>
                  <a:ext uri="{FF2B5EF4-FFF2-40B4-BE49-F238E27FC236}">
                    <a16:creationId xmlns:a16="http://schemas.microsoft.com/office/drawing/2014/main" id="{476BC9E6-4B21-CB6C-84D4-521E8FD4A7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Прямая соединительная линия 113">
                <a:extLst>
                  <a:ext uri="{FF2B5EF4-FFF2-40B4-BE49-F238E27FC236}">
                    <a16:creationId xmlns:a16="http://schemas.microsoft.com/office/drawing/2014/main" id="{B502F5E0-092E-C6B3-A391-137522B832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279E6E4-5934-6DB0-1F14-3B51D66C3680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591D65E-635D-5CA3-6B54-63E9B78D8E95}"/>
                </a:ext>
              </a:extLst>
            </p:cNvPr>
            <p:cNvSpPr txBox="1"/>
            <p:nvPr/>
          </p:nvSpPr>
          <p:spPr>
            <a:xfrm>
              <a:off x="5447550" y="2037442"/>
              <a:ext cx="510476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0.108</a:t>
              </a:r>
              <a:endParaRPr lang="ru-RU" sz="2000" dirty="0"/>
            </a:p>
          </p:txBody>
        </p:sp>
      </p:grpSp>
      <p:grpSp>
        <p:nvGrpSpPr>
          <p:cNvPr id="115" name="Группа 114">
            <a:extLst>
              <a:ext uri="{FF2B5EF4-FFF2-40B4-BE49-F238E27FC236}">
                <a16:creationId xmlns:a16="http://schemas.microsoft.com/office/drawing/2014/main" id="{9EBBB450-AD9C-16D8-631F-8ACC67FE7C94}"/>
              </a:ext>
            </a:extLst>
          </p:cNvPr>
          <p:cNvGrpSpPr/>
          <p:nvPr/>
        </p:nvGrpSpPr>
        <p:grpSpPr>
          <a:xfrm>
            <a:off x="3727858" y="3447821"/>
            <a:ext cx="734206" cy="588839"/>
            <a:chOff x="1596168" y="1993597"/>
            <a:chExt cx="734206" cy="588839"/>
          </a:xfrm>
        </p:grpSpPr>
        <p:sp>
          <p:nvSpPr>
            <p:cNvPr id="116" name="Овал 115">
              <a:extLst>
                <a:ext uri="{FF2B5EF4-FFF2-40B4-BE49-F238E27FC236}">
                  <a16:creationId xmlns:a16="http://schemas.microsoft.com/office/drawing/2014/main" id="{A4650E1B-9F89-3E46-4D10-16C84BC73FE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F0049A4-619C-37A4-05F0-8E5321E8DEF2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0.099</a:t>
              </a:r>
              <a:endParaRPr lang="ru-RU" sz="2000" dirty="0"/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DD648A86-A2FD-FD16-B4E1-BB637ABA0520}"/>
              </a:ext>
            </a:extLst>
          </p:cNvPr>
          <p:cNvSpPr txBox="1"/>
          <p:nvPr/>
        </p:nvSpPr>
        <p:spPr>
          <a:xfrm>
            <a:off x="1317323" y="3955652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77A7C4F-709C-2B4C-C361-B41699A97D16}"/>
              </a:ext>
            </a:extLst>
          </p:cNvPr>
          <p:cNvSpPr txBox="1"/>
          <p:nvPr/>
        </p:nvSpPr>
        <p:spPr>
          <a:xfrm>
            <a:off x="3135893" y="3969834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8748F67-4733-EE76-8C12-53DFCB97651C}"/>
              </a:ext>
            </a:extLst>
          </p:cNvPr>
          <p:cNvSpPr txBox="1"/>
          <p:nvPr/>
        </p:nvSpPr>
        <p:spPr>
          <a:xfrm>
            <a:off x="4273605" y="4008459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E9F389A-0ADE-D76D-927B-6D67BEE6A685}"/>
              </a:ext>
            </a:extLst>
          </p:cNvPr>
          <p:cNvSpPr txBox="1"/>
          <p:nvPr/>
        </p:nvSpPr>
        <p:spPr>
          <a:xfrm>
            <a:off x="5090622" y="4010956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5641FEE-154F-CDFD-87A9-E86DD831023A}"/>
              </a:ext>
            </a:extLst>
          </p:cNvPr>
          <p:cNvSpPr txBox="1"/>
          <p:nvPr/>
        </p:nvSpPr>
        <p:spPr>
          <a:xfrm>
            <a:off x="5929680" y="4008459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F51B1CD-2CD8-422B-D5C9-730824B25D71}"/>
              </a:ext>
            </a:extLst>
          </p:cNvPr>
          <p:cNvSpPr txBox="1"/>
          <p:nvPr/>
        </p:nvSpPr>
        <p:spPr>
          <a:xfrm>
            <a:off x="6701047" y="4011321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15168D3-3803-380F-5019-3E3509F28508}"/>
              </a:ext>
            </a:extLst>
          </p:cNvPr>
          <p:cNvSpPr txBox="1"/>
          <p:nvPr/>
        </p:nvSpPr>
        <p:spPr>
          <a:xfrm>
            <a:off x="7508257" y="4027330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125" name="Группа 124">
            <a:extLst>
              <a:ext uri="{FF2B5EF4-FFF2-40B4-BE49-F238E27FC236}">
                <a16:creationId xmlns:a16="http://schemas.microsoft.com/office/drawing/2014/main" id="{DD6DAA66-B642-10D9-036D-62E88F996ACF}"/>
              </a:ext>
            </a:extLst>
          </p:cNvPr>
          <p:cNvGrpSpPr/>
          <p:nvPr/>
        </p:nvGrpSpPr>
        <p:grpSpPr>
          <a:xfrm>
            <a:off x="2164462" y="3447821"/>
            <a:ext cx="997251" cy="588839"/>
            <a:chOff x="1419466" y="1993597"/>
            <a:chExt cx="997251" cy="588839"/>
          </a:xfrm>
        </p:grpSpPr>
        <p:sp>
          <p:nvSpPr>
            <p:cNvPr id="126" name="Овал 125">
              <a:extLst>
                <a:ext uri="{FF2B5EF4-FFF2-40B4-BE49-F238E27FC236}">
                  <a16:creationId xmlns:a16="http://schemas.microsoft.com/office/drawing/2014/main" id="{8129E9F9-1E64-EBF8-C4E8-897BEB40907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9169C9CF-4563-FC08-070E-D5D08DE1DC52}"/>
                </a:ext>
              </a:extLst>
            </p:cNvPr>
            <p:cNvSpPr txBox="1"/>
            <p:nvPr/>
          </p:nvSpPr>
          <p:spPr>
            <a:xfrm>
              <a:off x="1419466" y="1993597"/>
              <a:ext cx="9972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8FF7EB7B-15F6-2307-2001-B96CB719C0B1}"/>
              </a:ext>
            </a:extLst>
          </p:cNvPr>
          <p:cNvGrpSpPr/>
          <p:nvPr/>
        </p:nvGrpSpPr>
        <p:grpSpPr>
          <a:xfrm>
            <a:off x="4532700" y="3438490"/>
            <a:ext cx="834663" cy="588840"/>
            <a:chOff x="1515211" y="1993596"/>
            <a:chExt cx="834663" cy="588840"/>
          </a:xfrm>
        </p:grpSpPr>
        <p:sp>
          <p:nvSpPr>
            <p:cNvPr id="129" name="Овал 128">
              <a:extLst>
                <a:ext uri="{FF2B5EF4-FFF2-40B4-BE49-F238E27FC236}">
                  <a16:creationId xmlns:a16="http://schemas.microsoft.com/office/drawing/2014/main" id="{43D3F104-078D-9DED-0A6D-68FEB4C0291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7D23E83-EA8D-F27D-F3E9-3F402A375678}"/>
                </a:ext>
              </a:extLst>
            </p:cNvPr>
            <p:cNvSpPr txBox="1"/>
            <p:nvPr/>
          </p:nvSpPr>
          <p:spPr>
            <a:xfrm>
              <a:off x="1515211" y="1993596"/>
              <a:ext cx="8346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0.1008</a:t>
              </a:r>
              <a:endParaRPr lang="ru-RU" sz="2000" dirty="0"/>
            </a:p>
          </p:txBody>
        </p:sp>
      </p:grpSp>
      <p:grpSp>
        <p:nvGrpSpPr>
          <p:cNvPr id="131" name="Группа 130">
            <a:extLst>
              <a:ext uri="{FF2B5EF4-FFF2-40B4-BE49-F238E27FC236}">
                <a16:creationId xmlns:a16="http://schemas.microsoft.com/office/drawing/2014/main" id="{EE4FF9A8-28E6-0DA2-8BB8-3ECA869B63C3}"/>
              </a:ext>
            </a:extLst>
          </p:cNvPr>
          <p:cNvGrpSpPr/>
          <p:nvPr/>
        </p:nvGrpSpPr>
        <p:grpSpPr>
          <a:xfrm>
            <a:off x="5369356" y="3447821"/>
            <a:ext cx="806258" cy="588839"/>
            <a:chOff x="1547487" y="1993597"/>
            <a:chExt cx="806258" cy="588839"/>
          </a:xfrm>
        </p:grpSpPr>
        <p:sp>
          <p:nvSpPr>
            <p:cNvPr id="132" name="Овал 131">
              <a:extLst>
                <a:ext uri="{FF2B5EF4-FFF2-40B4-BE49-F238E27FC236}">
                  <a16:creationId xmlns:a16="http://schemas.microsoft.com/office/drawing/2014/main" id="{0D4868B9-375A-0554-16AC-76229AC5014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56DB44E2-7E9B-4A4E-7A0C-457CB3050626}"/>
                </a:ext>
              </a:extLst>
            </p:cNvPr>
            <p:cNvSpPr txBox="1"/>
            <p:nvPr/>
          </p:nvSpPr>
          <p:spPr>
            <a:xfrm>
              <a:off x="1547487" y="1993597"/>
              <a:ext cx="80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0.1026</a:t>
              </a:r>
              <a:endParaRPr lang="ru-RU" sz="2000" dirty="0"/>
            </a:p>
          </p:txBody>
        </p:sp>
      </p:grpSp>
      <p:grpSp>
        <p:nvGrpSpPr>
          <p:cNvPr id="134" name="Группа 133">
            <a:extLst>
              <a:ext uri="{FF2B5EF4-FFF2-40B4-BE49-F238E27FC236}">
                <a16:creationId xmlns:a16="http://schemas.microsoft.com/office/drawing/2014/main" id="{317C2EBA-44FD-1398-EC7E-32A0FDAA6329}"/>
              </a:ext>
            </a:extLst>
          </p:cNvPr>
          <p:cNvGrpSpPr/>
          <p:nvPr/>
        </p:nvGrpSpPr>
        <p:grpSpPr>
          <a:xfrm>
            <a:off x="6117344" y="3454641"/>
            <a:ext cx="850383" cy="582019"/>
            <a:chOff x="1507553" y="2000417"/>
            <a:chExt cx="850383" cy="582019"/>
          </a:xfrm>
        </p:grpSpPr>
        <p:sp>
          <p:nvSpPr>
            <p:cNvPr id="135" name="Овал 134">
              <a:extLst>
                <a:ext uri="{FF2B5EF4-FFF2-40B4-BE49-F238E27FC236}">
                  <a16:creationId xmlns:a16="http://schemas.microsoft.com/office/drawing/2014/main" id="{7669A146-39B4-F88A-0855-46645586829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6B32C1B-113D-2FB2-15FD-45A4CF748AD1}"/>
                </a:ext>
              </a:extLst>
            </p:cNvPr>
            <p:cNvSpPr txBox="1"/>
            <p:nvPr/>
          </p:nvSpPr>
          <p:spPr>
            <a:xfrm>
              <a:off x="1507553" y="2000417"/>
              <a:ext cx="850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0.1044</a:t>
              </a:r>
              <a:endParaRPr lang="ru-RU" sz="2000" dirty="0"/>
            </a:p>
          </p:txBody>
        </p:sp>
      </p:grpSp>
      <p:grpSp>
        <p:nvGrpSpPr>
          <p:cNvPr id="137" name="Группа 136">
            <a:extLst>
              <a:ext uri="{FF2B5EF4-FFF2-40B4-BE49-F238E27FC236}">
                <a16:creationId xmlns:a16="http://schemas.microsoft.com/office/drawing/2014/main" id="{2FF76C39-4CE2-14B1-2746-2FE63FD85BB8}"/>
              </a:ext>
            </a:extLst>
          </p:cNvPr>
          <p:cNvGrpSpPr/>
          <p:nvPr/>
        </p:nvGrpSpPr>
        <p:grpSpPr>
          <a:xfrm>
            <a:off x="6982095" y="3447821"/>
            <a:ext cx="806258" cy="588839"/>
            <a:chOff x="1557312" y="1993597"/>
            <a:chExt cx="806258" cy="588839"/>
          </a:xfrm>
        </p:grpSpPr>
        <p:sp>
          <p:nvSpPr>
            <p:cNvPr id="138" name="Овал 137">
              <a:extLst>
                <a:ext uri="{FF2B5EF4-FFF2-40B4-BE49-F238E27FC236}">
                  <a16:creationId xmlns:a16="http://schemas.microsoft.com/office/drawing/2014/main" id="{0AFC7B21-B3F6-8EB8-F879-C2062A112E8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368E58C-0DF8-AF88-F8BB-C96EA16F41DA}"/>
                </a:ext>
              </a:extLst>
            </p:cNvPr>
            <p:cNvSpPr txBox="1"/>
            <p:nvPr/>
          </p:nvSpPr>
          <p:spPr>
            <a:xfrm>
              <a:off x="1557312" y="1993597"/>
              <a:ext cx="80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0.1062</a:t>
              </a:r>
              <a:endParaRPr lang="ru-RU" sz="2000" dirty="0"/>
            </a:p>
          </p:txBody>
        </p:sp>
      </p:grpSp>
      <p:grpSp>
        <p:nvGrpSpPr>
          <p:cNvPr id="140" name="Группа 139">
            <a:extLst>
              <a:ext uri="{FF2B5EF4-FFF2-40B4-BE49-F238E27FC236}">
                <a16:creationId xmlns:a16="http://schemas.microsoft.com/office/drawing/2014/main" id="{C44255A7-153A-F9A9-DCFB-CC3B746C7DD6}"/>
              </a:ext>
            </a:extLst>
          </p:cNvPr>
          <p:cNvGrpSpPr/>
          <p:nvPr/>
        </p:nvGrpSpPr>
        <p:grpSpPr>
          <a:xfrm>
            <a:off x="567131" y="3826740"/>
            <a:ext cx="1425167" cy="748267"/>
            <a:chOff x="1219007" y="2355240"/>
            <a:chExt cx="1425167" cy="748267"/>
          </a:xfrm>
        </p:grpSpPr>
        <p:sp>
          <p:nvSpPr>
            <p:cNvPr id="141" name="Овал 140">
              <a:extLst>
                <a:ext uri="{FF2B5EF4-FFF2-40B4-BE49-F238E27FC236}">
                  <a16:creationId xmlns:a16="http://schemas.microsoft.com/office/drawing/2014/main" id="{9148B4E2-7E81-35EA-8159-66E2C6C3386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55D75E9-3F84-3098-CB1D-8AA1368B2B14}"/>
                </a:ext>
              </a:extLst>
            </p:cNvPr>
            <p:cNvSpPr txBox="1"/>
            <p:nvPr/>
          </p:nvSpPr>
          <p:spPr>
            <a:xfrm>
              <a:off x="1219007" y="2703397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6459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19" grpId="0"/>
      <p:bldP spid="120" grpId="0"/>
      <p:bldP spid="121" grpId="0"/>
      <p:bldP spid="122" grpId="0"/>
      <p:bldP spid="123" grpId="0"/>
      <p:bldP spid="1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C98FC-3A71-82D7-F966-039286D0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DECODING TIME!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80DD4-9AA5-3BDC-D05E-7B7E3CE3249B}"/>
              </a:ext>
            </a:extLst>
          </p:cNvPr>
          <p:cNvSpPr txBox="1"/>
          <p:nvPr/>
        </p:nvSpPr>
        <p:spPr>
          <a:xfrm>
            <a:off x="9474348" y="1894483"/>
            <a:ext cx="2023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0.09223333</a:t>
            </a:r>
            <a:endParaRPr lang="ru-RU" sz="28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5AA4F72-9CD8-FD1F-9760-409417FA8D92}"/>
              </a:ext>
            </a:extLst>
          </p:cNvPr>
          <p:cNvGraphicFramePr>
            <a:graphicFrameLocks noGrp="1"/>
          </p:cNvGraphicFramePr>
          <p:nvPr/>
        </p:nvGraphicFramePr>
        <p:xfrm>
          <a:off x="9157996" y="2420906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4D2322D-83DC-F1FE-DA17-DBFE5B8B9734}"/>
              </a:ext>
            </a:extLst>
          </p:cNvPr>
          <p:cNvSpPr txBox="1"/>
          <p:nvPr/>
        </p:nvSpPr>
        <p:spPr>
          <a:xfrm>
            <a:off x="9474348" y="5996671"/>
            <a:ext cx="1045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ПЕПП</a:t>
            </a:r>
            <a:r>
              <a:rPr lang="en-US" sz="2400" dirty="0"/>
              <a:t>|</a:t>
            </a:r>
            <a:endParaRPr lang="ru-RU" sz="2400" dirty="0"/>
          </a:p>
        </p:txBody>
      </p: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080A1091-66BE-A01E-712E-E5373CAE8660}"/>
              </a:ext>
            </a:extLst>
          </p:cNvPr>
          <p:cNvGrpSpPr/>
          <p:nvPr/>
        </p:nvGrpSpPr>
        <p:grpSpPr>
          <a:xfrm>
            <a:off x="218034" y="1894483"/>
            <a:ext cx="8215797" cy="789493"/>
            <a:chOff x="350330" y="2037442"/>
            <a:chExt cx="5564270" cy="534696"/>
          </a:xfrm>
        </p:grpSpPr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A0E31FD8-1AD4-5250-65AF-E0C02655A7FB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77" name="Прямая соединительная линия 76">
                <a:extLst>
                  <a:ext uri="{FF2B5EF4-FFF2-40B4-BE49-F238E27FC236}">
                    <a16:creationId xmlns:a16="http://schemas.microsoft.com/office/drawing/2014/main" id="{EB7D9ADC-89BB-C966-DD7D-E71243F6DAFD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Прямая соединительная линия 77">
                <a:extLst>
                  <a:ext uri="{FF2B5EF4-FFF2-40B4-BE49-F238E27FC236}">
                    <a16:creationId xmlns:a16="http://schemas.microsoft.com/office/drawing/2014/main" id="{97DD55E6-5C5D-1121-043D-A51ED5B2BB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Прямая соединительная линия 78">
                <a:extLst>
                  <a:ext uri="{FF2B5EF4-FFF2-40B4-BE49-F238E27FC236}">
                    <a16:creationId xmlns:a16="http://schemas.microsoft.com/office/drawing/2014/main" id="{38265662-5F55-5654-259B-E51CC934AE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0A1FF0E-1FC6-A1BD-FB98-B7C18121BD00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F17F3CA-A4F3-A0B3-D984-BE803B227456}"/>
                </a:ext>
              </a:extLst>
            </p:cNvPr>
            <p:cNvSpPr txBox="1"/>
            <p:nvPr/>
          </p:nvSpPr>
          <p:spPr>
            <a:xfrm>
              <a:off x="5490976" y="2037442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0.15</a:t>
              </a:r>
              <a:endParaRPr lang="ru-RU" sz="2000" dirty="0"/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ACBCEAA6-D3A9-6D07-554D-B7DA2DD82592}"/>
              </a:ext>
            </a:extLst>
          </p:cNvPr>
          <p:cNvGrpSpPr/>
          <p:nvPr/>
        </p:nvGrpSpPr>
        <p:grpSpPr>
          <a:xfrm>
            <a:off x="3663737" y="1979005"/>
            <a:ext cx="734206" cy="588839"/>
            <a:chOff x="1596168" y="1993597"/>
            <a:chExt cx="734206" cy="588839"/>
          </a:xfrm>
        </p:grpSpPr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2DC114CE-FB68-B29F-5A38-E28FF19D4CC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1522C8F-0728-F9C3-4ED6-A276153A4152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0.12</a:t>
              </a:r>
              <a:endParaRPr lang="ru-RU" sz="2000" dirty="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36A7CE0-49BB-6A31-2477-BCE25D597A82}"/>
              </a:ext>
            </a:extLst>
          </p:cNvPr>
          <p:cNvSpPr txBox="1"/>
          <p:nvPr/>
        </p:nvSpPr>
        <p:spPr>
          <a:xfrm>
            <a:off x="1253202" y="2486836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46A0D4-BA84-9F11-C6A0-D3A10EDC45F7}"/>
              </a:ext>
            </a:extLst>
          </p:cNvPr>
          <p:cNvSpPr txBox="1"/>
          <p:nvPr/>
        </p:nvSpPr>
        <p:spPr>
          <a:xfrm>
            <a:off x="3071772" y="2501018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DCABD5C-11AF-599B-FC2F-9439A6860746}"/>
              </a:ext>
            </a:extLst>
          </p:cNvPr>
          <p:cNvSpPr txBox="1"/>
          <p:nvPr/>
        </p:nvSpPr>
        <p:spPr>
          <a:xfrm>
            <a:off x="4209484" y="2539643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544D2A4-D9F8-7091-EF11-48E3B627C617}"/>
              </a:ext>
            </a:extLst>
          </p:cNvPr>
          <p:cNvSpPr txBox="1"/>
          <p:nvPr/>
        </p:nvSpPr>
        <p:spPr>
          <a:xfrm>
            <a:off x="5026501" y="2542140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9F11247-5450-7A29-CB4F-D9A066015BBC}"/>
              </a:ext>
            </a:extLst>
          </p:cNvPr>
          <p:cNvSpPr txBox="1"/>
          <p:nvPr/>
        </p:nvSpPr>
        <p:spPr>
          <a:xfrm>
            <a:off x="5865559" y="2539643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B9E5DF-89FE-FF12-A45F-C84605967699}"/>
              </a:ext>
            </a:extLst>
          </p:cNvPr>
          <p:cNvSpPr txBox="1"/>
          <p:nvPr/>
        </p:nvSpPr>
        <p:spPr>
          <a:xfrm>
            <a:off x="6636926" y="2542505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8E3567D-8176-8CD4-7166-F4B8BE5335DB}"/>
              </a:ext>
            </a:extLst>
          </p:cNvPr>
          <p:cNvSpPr txBox="1"/>
          <p:nvPr/>
        </p:nvSpPr>
        <p:spPr>
          <a:xfrm>
            <a:off x="7444136" y="2558514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44F17C28-53B4-03C7-9CB0-A8C00B1FF6D2}"/>
              </a:ext>
            </a:extLst>
          </p:cNvPr>
          <p:cNvGrpSpPr/>
          <p:nvPr/>
        </p:nvGrpSpPr>
        <p:grpSpPr>
          <a:xfrm>
            <a:off x="2174228" y="1979004"/>
            <a:ext cx="871599" cy="588840"/>
            <a:chOff x="1493353" y="1993596"/>
            <a:chExt cx="871599" cy="588840"/>
          </a:xfrm>
        </p:grpSpPr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CABFA189-FCF3-9B5C-48D0-0345E802736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49C7534-292C-6D9B-5867-4D7A5B273B6B}"/>
                </a:ext>
              </a:extLst>
            </p:cNvPr>
            <p:cNvSpPr txBox="1"/>
            <p:nvPr/>
          </p:nvSpPr>
          <p:spPr>
            <a:xfrm>
              <a:off x="1493353" y="1993596"/>
              <a:ext cx="871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0.108</a:t>
              </a:r>
              <a:endParaRPr lang="ru-RU" sz="2000" dirty="0"/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0BEE5C62-3F5F-78B4-4DEB-4D78E239A35E}"/>
              </a:ext>
            </a:extLst>
          </p:cNvPr>
          <p:cNvGrpSpPr/>
          <p:nvPr/>
        </p:nvGrpSpPr>
        <p:grpSpPr>
          <a:xfrm>
            <a:off x="4549536" y="1969675"/>
            <a:ext cx="734206" cy="588839"/>
            <a:chOff x="1596168" y="1993597"/>
            <a:chExt cx="734206" cy="588839"/>
          </a:xfrm>
        </p:grpSpPr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F53DE48E-5AFB-379B-A45C-D44A542FDBD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5A82A6B-FCF5-90F7-DCFF-E80A7F19257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0.126</a:t>
              </a:r>
              <a:endParaRPr lang="ru-RU" sz="2000" dirty="0"/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C478D4C2-E55C-A9DF-6A59-380CDC9EBC78}"/>
              </a:ext>
            </a:extLst>
          </p:cNvPr>
          <p:cNvGrpSpPr/>
          <p:nvPr/>
        </p:nvGrpSpPr>
        <p:grpSpPr>
          <a:xfrm>
            <a:off x="5353916" y="1979005"/>
            <a:ext cx="734206" cy="588839"/>
            <a:chOff x="1596168" y="1993597"/>
            <a:chExt cx="734206" cy="588839"/>
          </a:xfrm>
        </p:grpSpPr>
        <p:sp>
          <p:nvSpPr>
            <p:cNvPr id="97" name="Овал 96">
              <a:extLst>
                <a:ext uri="{FF2B5EF4-FFF2-40B4-BE49-F238E27FC236}">
                  <a16:creationId xmlns:a16="http://schemas.microsoft.com/office/drawing/2014/main" id="{A16608D4-F4A1-E733-2FFE-E0F6C330CC5B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1CAE2FA-EEDE-14BC-43A8-A6951C2A129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0.132</a:t>
              </a:r>
              <a:endParaRPr lang="ru-RU" sz="2000" dirty="0"/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59DE03F7-7E8B-BA15-2878-DEB6260A0FFC}"/>
              </a:ext>
            </a:extLst>
          </p:cNvPr>
          <p:cNvGrpSpPr/>
          <p:nvPr/>
        </p:nvGrpSpPr>
        <p:grpSpPr>
          <a:xfrm>
            <a:off x="6141838" y="1979005"/>
            <a:ext cx="734206" cy="588839"/>
            <a:chOff x="1596168" y="1993597"/>
            <a:chExt cx="734206" cy="588839"/>
          </a:xfrm>
        </p:grpSpPr>
        <p:sp>
          <p:nvSpPr>
            <p:cNvPr id="100" name="Овал 99">
              <a:extLst>
                <a:ext uri="{FF2B5EF4-FFF2-40B4-BE49-F238E27FC236}">
                  <a16:creationId xmlns:a16="http://schemas.microsoft.com/office/drawing/2014/main" id="{9F724FE0-DE0E-F334-9A4E-C6F8F6F12DF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872B9CC-D522-9233-09CB-8D79EAC0D1C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0.138</a:t>
              </a:r>
              <a:endParaRPr lang="ru-RU" sz="2000" dirty="0"/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50795932-76F0-2A2A-8630-7A96AF02A088}"/>
              </a:ext>
            </a:extLst>
          </p:cNvPr>
          <p:cNvGrpSpPr/>
          <p:nvPr/>
        </p:nvGrpSpPr>
        <p:grpSpPr>
          <a:xfrm>
            <a:off x="6956830" y="1979005"/>
            <a:ext cx="734206" cy="588839"/>
            <a:chOff x="1596168" y="1993597"/>
            <a:chExt cx="734206" cy="588839"/>
          </a:xfrm>
        </p:grpSpPr>
        <p:sp>
          <p:nvSpPr>
            <p:cNvPr id="103" name="Овал 102">
              <a:extLst>
                <a:ext uri="{FF2B5EF4-FFF2-40B4-BE49-F238E27FC236}">
                  <a16:creationId xmlns:a16="http://schemas.microsoft.com/office/drawing/2014/main" id="{98D87A1C-9881-A0F5-6E35-F19EDCE25EE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477446C-3C28-83CD-E045-76AC8548CA52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0.144</a:t>
              </a:r>
              <a:endParaRPr lang="ru-RU" sz="2000" dirty="0"/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46C8C4CE-83AF-8E2F-124E-669F6A780439}"/>
              </a:ext>
            </a:extLst>
          </p:cNvPr>
          <p:cNvGrpSpPr/>
          <p:nvPr/>
        </p:nvGrpSpPr>
        <p:grpSpPr>
          <a:xfrm>
            <a:off x="78706" y="2361340"/>
            <a:ext cx="1425167" cy="748267"/>
            <a:chOff x="1219007" y="2355240"/>
            <a:chExt cx="1425167" cy="748267"/>
          </a:xfrm>
        </p:grpSpPr>
        <p:sp>
          <p:nvSpPr>
            <p:cNvPr id="106" name="Овал 105">
              <a:extLst>
                <a:ext uri="{FF2B5EF4-FFF2-40B4-BE49-F238E27FC236}">
                  <a16:creationId xmlns:a16="http://schemas.microsoft.com/office/drawing/2014/main" id="{2400F1F5-B7FD-9647-B44F-FEF4AF62DE1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881BD28-C9E1-88FA-6B44-892D1C4B559F}"/>
                </a:ext>
              </a:extLst>
            </p:cNvPr>
            <p:cNvSpPr txBox="1"/>
            <p:nvPr/>
          </p:nvSpPr>
          <p:spPr>
            <a:xfrm>
              <a:off x="1219007" y="2703397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7D59E74D-DD92-4E03-D6D7-FA738AB1F329}"/>
              </a:ext>
            </a:extLst>
          </p:cNvPr>
          <p:cNvGrpSpPr/>
          <p:nvPr/>
        </p:nvGrpSpPr>
        <p:grpSpPr>
          <a:xfrm>
            <a:off x="282155" y="3363299"/>
            <a:ext cx="8279917" cy="789493"/>
            <a:chOff x="350330" y="2037442"/>
            <a:chExt cx="5607696" cy="534696"/>
          </a:xfrm>
        </p:grpSpPr>
        <p:grpSp>
          <p:nvGrpSpPr>
            <p:cNvPr id="109" name="Группа 108">
              <a:extLst>
                <a:ext uri="{FF2B5EF4-FFF2-40B4-BE49-F238E27FC236}">
                  <a16:creationId xmlns:a16="http://schemas.microsoft.com/office/drawing/2014/main" id="{DAA65BB0-304C-1197-E033-0CDDE0FEA433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12" name="Прямая соединительная линия 111">
                <a:extLst>
                  <a:ext uri="{FF2B5EF4-FFF2-40B4-BE49-F238E27FC236}">
                    <a16:creationId xmlns:a16="http://schemas.microsoft.com/office/drawing/2014/main" id="{73A0A015-5112-3341-F7A1-2999FBA19C36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Прямая соединительная линия 112">
                <a:extLst>
                  <a:ext uri="{FF2B5EF4-FFF2-40B4-BE49-F238E27FC236}">
                    <a16:creationId xmlns:a16="http://schemas.microsoft.com/office/drawing/2014/main" id="{476BC9E6-4B21-CB6C-84D4-521E8FD4A7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Прямая соединительная линия 113">
                <a:extLst>
                  <a:ext uri="{FF2B5EF4-FFF2-40B4-BE49-F238E27FC236}">
                    <a16:creationId xmlns:a16="http://schemas.microsoft.com/office/drawing/2014/main" id="{B502F5E0-092E-C6B3-A391-137522B832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279E6E4-5934-6DB0-1F14-3B51D66C3680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591D65E-635D-5CA3-6B54-63E9B78D8E95}"/>
                </a:ext>
              </a:extLst>
            </p:cNvPr>
            <p:cNvSpPr txBox="1"/>
            <p:nvPr/>
          </p:nvSpPr>
          <p:spPr>
            <a:xfrm>
              <a:off x="5447550" y="2037442"/>
              <a:ext cx="510476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0.108</a:t>
              </a:r>
              <a:endParaRPr lang="ru-RU" sz="2000" dirty="0"/>
            </a:p>
          </p:txBody>
        </p:sp>
      </p:grpSp>
      <p:grpSp>
        <p:nvGrpSpPr>
          <p:cNvPr id="115" name="Группа 114">
            <a:extLst>
              <a:ext uri="{FF2B5EF4-FFF2-40B4-BE49-F238E27FC236}">
                <a16:creationId xmlns:a16="http://schemas.microsoft.com/office/drawing/2014/main" id="{9EBBB450-AD9C-16D8-631F-8ACC67FE7C94}"/>
              </a:ext>
            </a:extLst>
          </p:cNvPr>
          <p:cNvGrpSpPr/>
          <p:nvPr/>
        </p:nvGrpSpPr>
        <p:grpSpPr>
          <a:xfrm>
            <a:off x="3727858" y="3447821"/>
            <a:ext cx="734206" cy="588839"/>
            <a:chOff x="1596168" y="1993597"/>
            <a:chExt cx="734206" cy="588839"/>
          </a:xfrm>
        </p:grpSpPr>
        <p:sp>
          <p:nvSpPr>
            <p:cNvPr id="116" name="Овал 115">
              <a:extLst>
                <a:ext uri="{FF2B5EF4-FFF2-40B4-BE49-F238E27FC236}">
                  <a16:creationId xmlns:a16="http://schemas.microsoft.com/office/drawing/2014/main" id="{A4650E1B-9F89-3E46-4D10-16C84BC73FE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1F0049A4-619C-37A4-05F0-8E5321E8DEF2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0.099</a:t>
              </a:r>
              <a:endParaRPr lang="ru-RU" sz="2000" dirty="0"/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DD648A86-A2FD-FD16-B4E1-BB637ABA0520}"/>
              </a:ext>
            </a:extLst>
          </p:cNvPr>
          <p:cNvSpPr txBox="1"/>
          <p:nvPr/>
        </p:nvSpPr>
        <p:spPr>
          <a:xfrm>
            <a:off x="1317323" y="3955652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77A7C4F-709C-2B4C-C361-B41699A97D16}"/>
              </a:ext>
            </a:extLst>
          </p:cNvPr>
          <p:cNvSpPr txBox="1"/>
          <p:nvPr/>
        </p:nvSpPr>
        <p:spPr>
          <a:xfrm>
            <a:off x="3135893" y="3969834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8748F67-4733-EE76-8C12-53DFCB97651C}"/>
              </a:ext>
            </a:extLst>
          </p:cNvPr>
          <p:cNvSpPr txBox="1"/>
          <p:nvPr/>
        </p:nvSpPr>
        <p:spPr>
          <a:xfrm>
            <a:off x="4273605" y="4008459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E9F389A-0ADE-D76D-927B-6D67BEE6A685}"/>
              </a:ext>
            </a:extLst>
          </p:cNvPr>
          <p:cNvSpPr txBox="1"/>
          <p:nvPr/>
        </p:nvSpPr>
        <p:spPr>
          <a:xfrm>
            <a:off x="5090622" y="4010956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5641FEE-154F-CDFD-87A9-E86DD831023A}"/>
              </a:ext>
            </a:extLst>
          </p:cNvPr>
          <p:cNvSpPr txBox="1"/>
          <p:nvPr/>
        </p:nvSpPr>
        <p:spPr>
          <a:xfrm>
            <a:off x="5929680" y="4008459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F51B1CD-2CD8-422B-D5C9-730824B25D71}"/>
              </a:ext>
            </a:extLst>
          </p:cNvPr>
          <p:cNvSpPr txBox="1"/>
          <p:nvPr/>
        </p:nvSpPr>
        <p:spPr>
          <a:xfrm>
            <a:off x="6701047" y="4011321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15168D3-3803-380F-5019-3E3509F28508}"/>
              </a:ext>
            </a:extLst>
          </p:cNvPr>
          <p:cNvSpPr txBox="1"/>
          <p:nvPr/>
        </p:nvSpPr>
        <p:spPr>
          <a:xfrm>
            <a:off x="7508257" y="4027330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125" name="Группа 124">
            <a:extLst>
              <a:ext uri="{FF2B5EF4-FFF2-40B4-BE49-F238E27FC236}">
                <a16:creationId xmlns:a16="http://schemas.microsoft.com/office/drawing/2014/main" id="{DD6DAA66-B642-10D9-036D-62E88F996ACF}"/>
              </a:ext>
            </a:extLst>
          </p:cNvPr>
          <p:cNvGrpSpPr/>
          <p:nvPr/>
        </p:nvGrpSpPr>
        <p:grpSpPr>
          <a:xfrm>
            <a:off x="2164462" y="3447821"/>
            <a:ext cx="997251" cy="588839"/>
            <a:chOff x="1419466" y="1993597"/>
            <a:chExt cx="997251" cy="588839"/>
          </a:xfrm>
        </p:grpSpPr>
        <p:sp>
          <p:nvSpPr>
            <p:cNvPr id="126" name="Овал 125">
              <a:extLst>
                <a:ext uri="{FF2B5EF4-FFF2-40B4-BE49-F238E27FC236}">
                  <a16:creationId xmlns:a16="http://schemas.microsoft.com/office/drawing/2014/main" id="{8129E9F9-1E64-EBF8-C4E8-897BEB40907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9169C9CF-4563-FC08-070E-D5D08DE1DC52}"/>
                </a:ext>
              </a:extLst>
            </p:cNvPr>
            <p:cNvSpPr txBox="1"/>
            <p:nvPr/>
          </p:nvSpPr>
          <p:spPr>
            <a:xfrm>
              <a:off x="1419466" y="1993597"/>
              <a:ext cx="9972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28" name="Группа 127">
            <a:extLst>
              <a:ext uri="{FF2B5EF4-FFF2-40B4-BE49-F238E27FC236}">
                <a16:creationId xmlns:a16="http://schemas.microsoft.com/office/drawing/2014/main" id="{8FF7EB7B-15F6-2307-2001-B96CB719C0B1}"/>
              </a:ext>
            </a:extLst>
          </p:cNvPr>
          <p:cNvGrpSpPr/>
          <p:nvPr/>
        </p:nvGrpSpPr>
        <p:grpSpPr>
          <a:xfrm>
            <a:off x="4532700" y="3438490"/>
            <a:ext cx="834663" cy="588840"/>
            <a:chOff x="1515211" y="1993596"/>
            <a:chExt cx="834663" cy="588840"/>
          </a:xfrm>
        </p:grpSpPr>
        <p:sp>
          <p:nvSpPr>
            <p:cNvPr id="129" name="Овал 128">
              <a:extLst>
                <a:ext uri="{FF2B5EF4-FFF2-40B4-BE49-F238E27FC236}">
                  <a16:creationId xmlns:a16="http://schemas.microsoft.com/office/drawing/2014/main" id="{43D3F104-078D-9DED-0A6D-68FEB4C0291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7D23E83-EA8D-F27D-F3E9-3F402A375678}"/>
                </a:ext>
              </a:extLst>
            </p:cNvPr>
            <p:cNvSpPr txBox="1"/>
            <p:nvPr/>
          </p:nvSpPr>
          <p:spPr>
            <a:xfrm>
              <a:off x="1515211" y="1993596"/>
              <a:ext cx="8346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0.1008</a:t>
              </a:r>
              <a:endParaRPr lang="ru-RU" sz="2000" dirty="0"/>
            </a:p>
          </p:txBody>
        </p:sp>
      </p:grpSp>
      <p:grpSp>
        <p:nvGrpSpPr>
          <p:cNvPr id="131" name="Группа 130">
            <a:extLst>
              <a:ext uri="{FF2B5EF4-FFF2-40B4-BE49-F238E27FC236}">
                <a16:creationId xmlns:a16="http://schemas.microsoft.com/office/drawing/2014/main" id="{EE4FF9A8-28E6-0DA2-8BB8-3ECA869B63C3}"/>
              </a:ext>
            </a:extLst>
          </p:cNvPr>
          <p:cNvGrpSpPr/>
          <p:nvPr/>
        </p:nvGrpSpPr>
        <p:grpSpPr>
          <a:xfrm>
            <a:off x="5369356" y="3447821"/>
            <a:ext cx="806258" cy="588839"/>
            <a:chOff x="1547487" y="1993597"/>
            <a:chExt cx="806258" cy="588839"/>
          </a:xfrm>
        </p:grpSpPr>
        <p:sp>
          <p:nvSpPr>
            <p:cNvPr id="132" name="Овал 131">
              <a:extLst>
                <a:ext uri="{FF2B5EF4-FFF2-40B4-BE49-F238E27FC236}">
                  <a16:creationId xmlns:a16="http://schemas.microsoft.com/office/drawing/2014/main" id="{0D4868B9-375A-0554-16AC-76229AC5014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56DB44E2-7E9B-4A4E-7A0C-457CB3050626}"/>
                </a:ext>
              </a:extLst>
            </p:cNvPr>
            <p:cNvSpPr txBox="1"/>
            <p:nvPr/>
          </p:nvSpPr>
          <p:spPr>
            <a:xfrm>
              <a:off x="1547487" y="1993597"/>
              <a:ext cx="80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0.1026</a:t>
              </a:r>
              <a:endParaRPr lang="ru-RU" sz="2000" dirty="0"/>
            </a:p>
          </p:txBody>
        </p:sp>
      </p:grpSp>
      <p:grpSp>
        <p:nvGrpSpPr>
          <p:cNvPr id="134" name="Группа 133">
            <a:extLst>
              <a:ext uri="{FF2B5EF4-FFF2-40B4-BE49-F238E27FC236}">
                <a16:creationId xmlns:a16="http://schemas.microsoft.com/office/drawing/2014/main" id="{317C2EBA-44FD-1398-EC7E-32A0FDAA6329}"/>
              </a:ext>
            </a:extLst>
          </p:cNvPr>
          <p:cNvGrpSpPr/>
          <p:nvPr/>
        </p:nvGrpSpPr>
        <p:grpSpPr>
          <a:xfrm>
            <a:off x="6117344" y="3454641"/>
            <a:ext cx="850383" cy="582019"/>
            <a:chOff x="1507553" y="2000417"/>
            <a:chExt cx="850383" cy="582019"/>
          </a:xfrm>
        </p:grpSpPr>
        <p:sp>
          <p:nvSpPr>
            <p:cNvPr id="135" name="Овал 134">
              <a:extLst>
                <a:ext uri="{FF2B5EF4-FFF2-40B4-BE49-F238E27FC236}">
                  <a16:creationId xmlns:a16="http://schemas.microsoft.com/office/drawing/2014/main" id="{7669A146-39B4-F88A-0855-46645586829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6B32C1B-113D-2FB2-15FD-45A4CF748AD1}"/>
                </a:ext>
              </a:extLst>
            </p:cNvPr>
            <p:cNvSpPr txBox="1"/>
            <p:nvPr/>
          </p:nvSpPr>
          <p:spPr>
            <a:xfrm>
              <a:off x="1507553" y="2000417"/>
              <a:ext cx="850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0.1044</a:t>
              </a:r>
              <a:endParaRPr lang="ru-RU" sz="2000" dirty="0"/>
            </a:p>
          </p:txBody>
        </p:sp>
      </p:grpSp>
      <p:grpSp>
        <p:nvGrpSpPr>
          <p:cNvPr id="137" name="Группа 136">
            <a:extLst>
              <a:ext uri="{FF2B5EF4-FFF2-40B4-BE49-F238E27FC236}">
                <a16:creationId xmlns:a16="http://schemas.microsoft.com/office/drawing/2014/main" id="{2FF76C39-4CE2-14B1-2746-2FE63FD85BB8}"/>
              </a:ext>
            </a:extLst>
          </p:cNvPr>
          <p:cNvGrpSpPr/>
          <p:nvPr/>
        </p:nvGrpSpPr>
        <p:grpSpPr>
          <a:xfrm>
            <a:off x="6982095" y="3447821"/>
            <a:ext cx="806258" cy="588839"/>
            <a:chOff x="1557312" y="1993597"/>
            <a:chExt cx="806258" cy="588839"/>
          </a:xfrm>
        </p:grpSpPr>
        <p:sp>
          <p:nvSpPr>
            <p:cNvPr id="138" name="Овал 137">
              <a:extLst>
                <a:ext uri="{FF2B5EF4-FFF2-40B4-BE49-F238E27FC236}">
                  <a16:creationId xmlns:a16="http://schemas.microsoft.com/office/drawing/2014/main" id="{0AFC7B21-B3F6-8EB8-F879-C2062A112E8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368E58C-0DF8-AF88-F8BB-C96EA16F41DA}"/>
                </a:ext>
              </a:extLst>
            </p:cNvPr>
            <p:cNvSpPr txBox="1"/>
            <p:nvPr/>
          </p:nvSpPr>
          <p:spPr>
            <a:xfrm>
              <a:off x="1557312" y="1993597"/>
              <a:ext cx="806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0.1062</a:t>
              </a:r>
              <a:endParaRPr lang="ru-RU" sz="2000" dirty="0"/>
            </a:p>
          </p:txBody>
        </p:sp>
      </p:grpSp>
      <p:grpSp>
        <p:nvGrpSpPr>
          <p:cNvPr id="140" name="Группа 139">
            <a:extLst>
              <a:ext uri="{FF2B5EF4-FFF2-40B4-BE49-F238E27FC236}">
                <a16:creationId xmlns:a16="http://schemas.microsoft.com/office/drawing/2014/main" id="{C44255A7-153A-F9A9-DCFB-CC3B746C7DD6}"/>
              </a:ext>
            </a:extLst>
          </p:cNvPr>
          <p:cNvGrpSpPr/>
          <p:nvPr/>
        </p:nvGrpSpPr>
        <p:grpSpPr>
          <a:xfrm>
            <a:off x="567131" y="3826740"/>
            <a:ext cx="1425167" cy="748267"/>
            <a:chOff x="1219007" y="2355240"/>
            <a:chExt cx="1425167" cy="748267"/>
          </a:xfrm>
        </p:grpSpPr>
        <p:sp>
          <p:nvSpPr>
            <p:cNvPr id="141" name="Овал 140">
              <a:extLst>
                <a:ext uri="{FF2B5EF4-FFF2-40B4-BE49-F238E27FC236}">
                  <a16:creationId xmlns:a16="http://schemas.microsoft.com/office/drawing/2014/main" id="{9148B4E2-7E81-35EA-8159-66E2C6C3386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55D75E9-3F84-3098-CB1D-8AA1368B2B14}"/>
                </a:ext>
              </a:extLst>
            </p:cNvPr>
            <p:cNvSpPr txBox="1"/>
            <p:nvPr/>
          </p:nvSpPr>
          <p:spPr>
            <a:xfrm>
              <a:off x="1219007" y="2703397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AE9C6C2-33E5-7F7C-0F63-5DB54C5116C5}"/>
              </a:ext>
            </a:extLst>
          </p:cNvPr>
          <p:cNvGrpSpPr/>
          <p:nvPr/>
        </p:nvGrpSpPr>
        <p:grpSpPr>
          <a:xfrm>
            <a:off x="265697" y="4721200"/>
            <a:ext cx="8388170" cy="779265"/>
            <a:chOff x="350330" y="2044369"/>
            <a:chExt cx="5681012" cy="527769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CD7403B2-E909-9527-0E13-64E677CA1745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DDE42901-0DDC-2A00-4AC5-0788D694C3F0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B113E1D9-4BE3-5F32-4921-7AF5FE011D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5F251DD0-C354-3DC4-903E-14A9F0EAD3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AFADB1-ACFD-24B4-7676-8242F4F3138B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307F6F-00AE-BD5E-58A7-46A5B815B80D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9204F35-1B57-2759-4630-A9324D1D552A}"/>
              </a:ext>
            </a:extLst>
          </p:cNvPr>
          <p:cNvGrpSpPr/>
          <p:nvPr/>
        </p:nvGrpSpPr>
        <p:grpSpPr>
          <a:xfrm>
            <a:off x="3597469" y="5157137"/>
            <a:ext cx="848137" cy="609242"/>
            <a:chOff x="1482237" y="2355240"/>
            <a:chExt cx="848137" cy="609242"/>
          </a:xfrm>
        </p:grpSpPr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DE290B5D-F7A0-A90E-A54F-2A39F35DCFA3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561E04-9112-3144-E163-9288791D0BF4}"/>
                </a:ext>
              </a:extLst>
            </p:cNvPr>
            <p:cNvSpPr txBox="1"/>
            <p:nvPr/>
          </p:nvSpPr>
          <p:spPr>
            <a:xfrm>
              <a:off x="1482237" y="2595150"/>
              <a:ext cx="84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0.0927</a:t>
              </a:r>
              <a:endParaRPr lang="ru-RU" sz="200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20E964E-FC44-5B38-547C-DD1E853A0B4E}"/>
              </a:ext>
            </a:extLst>
          </p:cNvPr>
          <p:cNvSpPr txBox="1"/>
          <p:nvPr/>
        </p:nvSpPr>
        <p:spPr>
          <a:xfrm>
            <a:off x="1300865" y="5303325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A5C312-183A-322A-3704-EA616D9434F5}"/>
              </a:ext>
            </a:extLst>
          </p:cNvPr>
          <p:cNvSpPr txBox="1"/>
          <p:nvPr/>
        </p:nvSpPr>
        <p:spPr>
          <a:xfrm>
            <a:off x="3119435" y="5317507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4F9F57-233F-61C8-243F-94D6CBF1A62B}"/>
              </a:ext>
            </a:extLst>
          </p:cNvPr>
          <p:cNvSpPr txBox="1"/>
          <p:nvPr/>
        </p:nvSpPr>
        <p:spPr>
          <a:xfrm>
            <a:off x="4257147" y="5356132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C44EDA-67DF-4BEF-2397-C86D68047731}"/>
              </a:ext>
            </a:extLst>
          </p:cNvPr>
          <p:cNvSpPr txBox="1"/>
          <p:nvPr/>
        </p:nvSpPr>
        <p:spPr>
          <a:xfrm>
            <a:off x="5074164" y="5358629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9C6374-485A-A6F0-CC4F-A173E40CA591}"/>
              </a:ext>
            </a:extLst>
          </p:cNvPr>
          <p:cNvSpPr txBox="1"/>
          <p:nvPr/>
        </p:nvSpPr>
        <p:spPr>
          <a:xfrm>
            <a:off x="5913222" y="5356132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F33580-1A23-5716-F1B2-04CB3B53DDF7}"/>
              </a:ext>
            </a:extLst>
          </p:cNvPr>
          <p:cNvSpPr txBox="1"/>
          <p:nvPr/>
        </p:nvSpPr>
        <p:spPr>
          <a:xfrm>
            <a:off x="6684589" y="5358994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13B853-5201-CDAB-B7CA-6AA0563872F0}"/>
              </a:ext>
            </a:extLst>
          </p:cNvPr>
          <p:cNvSpPr txBox="1"/>
          <p:nvPr/>
        </p:nvSpPr>
        <p:spPr>
          <a:xfrm>
            <a:off x="7491799" y="5375003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F8991217-8299-8AED-19FC-385341CAE69E}"/>
              </a:ext>
            </a:extLst>
          </p:cNvPr>
          <p:cNvGrpSpPr/>
          <p:nvPr/>
        </p:nvGrpSpPr>
        <p:grpSpPr>
          <a:xfrm>
            <a:off x="2114455" y="4786925"/>
            <a:ext cx="1078278" cy="597408"/>
            <a:chOff x="1385917" y="1985028"/>
            <a:chExt cx="1078278" cy="597408"/>
          </a:xfrm>
        </p:grpSpPr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91FA6C2B-DD42-9871-28EA-5AA4BECF0D7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9EB715-6278-25D7-97FB-35FEC0E97942}"/>
                </a:ext>
              </a:extLst>
            </p:cNvPr>
            <p:cNvSpPr txBox="1"/>
            <p:nvPr/>
          </p:nvSpPr>
          <p:spPr>
            <a:xfrm>
              <a:off x="1385917" y="1985028"/>
              <a:ext cx="10782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0.09162</a:t>
              </a:r>
              <a:endParaRPr lang="ru-RU" sz="2000" dirty="0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4C2D2963-72CC-BD24-DA11-7B8B561AAFBB}"/>
              </a:ext>
            </a:extLst>
          </p:cNvPr>
          <p:cNvGrpSpPr/>
          <p:nvPr/>
        </p:nvGrpSpPr>
        <p:grpSpPr>
          <a:xfrm>
            <a:off x="4367505" y="4771693"/>
            <a:ext cx="1045787" cy="603310"/>
            <a:chOff x="1366474" y="1979126"/>
            <a:chExt cx="1045787" cy="60331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99F9F69D-17B4-DD45-C611-0AA3DBF2436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7874D2A-B734-873D-9B4E-345218C4C3C7}"/>
                </a:ext>
              </a:extLst>
            </p:cNvPr>
            <p:cNvSpPr txBox="1"/>
            <p:nvPr/>
          </p:nvSpPr>
          <p:spPr>
            <a:xfrm>
              <a:off x="1366474" y="1979126"/>
              <a:ext cx="10457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0.09324</a:t>
              </a:r>
              <a:endParaRPr lang="ru-RU" sz="2400" dirty="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46219EA1-773E-6145-F9A0-4833BA725D28}"/>
              </a:ext>
            </a:extLst>
          </p:cNvPr>
          <p:cNvGrpSpPr/>
          <p:nvPr/>
        </p:nvGrpSpPr>
        <p:grpSpPr>
          <a:xfrm>
            <a:off x="5236090" y="5157137"/>
            <a:ext cx="1024796" cy="825774"/>
            <a:chOff x="1430679" y="2355240"/>
            <a:chExt cx="1024796" cy="825774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36005B46-54A5-5B64-2A12-D21F935C837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166D8F-A182-C2F3-F844-ACFA604F4B8A}"/>
                </a:ext>
              </a:extLst>
            </p:cNvPr>
            <p:cNvSpPr txBox="1"/>
            <p:nvPr/>
          </p:nvSpPr>
          <p:spPr>
            <a:xfrm>
              <a:off x="1430679" y="2780904"/>
              <a:ext cx="1024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0.09378</a:t>
              </a:r>
              <a:endParaRPr lang="ru-RU" sz="2400" dirty="0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6EE37097-0192-16F9-1935-90E33A80AED1}"/>
              </a:ext>
            </a:extLst>
          </p:cNvPr>
          <p:cNvGrpSpPr/>
          <p:nvPr/>
        </p:nvGrpSpPr>
        <p:grpSpPr>
          <a:xfrm>
            <a:off x="5945661" y="4764715"/>
            <a:ext cx="1110119" cy="619618"/>
            <a:chOff x="1352328" y="1962818"/>
            <a:chExt cx="1110119" cy="619618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F447F895-41CB-38F2-DF66-9FA5BFF9615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D09ADA8-3D7F-1C7F-0F1F-E198D266C27A}"/>
                </a:ext>
              </a:extLst>
            </p:cNvPr>
            <p:cNvSpPr txBox="1"/>
            <p:nvPr/>
          </p:nvSpPr>
          <p:spPr>
            <a:xfrm>
              <a:off x="1352328" y="1962818"/>
              <a:ext cx="1110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0.09432</a:t>
              </a:r>
              <a:endParaRPr lang="ru-RU" sz="24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DDA8EC88-6315-1994-4E2C-92454C963EA2}"/>
              </a:ext>
            </a:extLst>
          </p:cNvPr>
          <p:cNvGrpSpPr/>
          <p:nvPr/>
        </p:nvGrpSpPr>
        <p:grpSpPr>
          <a:xfrm>
            <a:off x="6825267" y="5157137"/>
            <a:ext cx="1085185" cy="792571"/>
            <a:chOff x="1416942" y="2355240"/>
            <a:chExt cx="1085185" cy="792571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436DB27D-7F48-EFA6-654F-64831332CC5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0F9F7BF-571B-4B71-912C-5E8D2F2C07C2}"/>
                </a:ext>
              </a:extLst>
            </p:cNvPr>
            <p:cNvSpPr txBox="1"/>
            <p:nvPr/>
          </p:nvSpPr>
          <p:spPr>
            <a:xfrm>
              <a:off x="1416942" y="2747701"/>
              <a:ext cx="10851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0.09486</a:t>
              </a:r>
              <a:endParaRPr lang="ru-RU" sz="2000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B34DC6A5-230C-E61A-69EB-4DECC69C6712}"/>
              </a:ext>
            </a:extLst>
          </p:cNvPr>
          <p:cNvGrpSpPr/>
          <p:nvPr/>
        </p:nvGrpSpPr>
        <p:grpSpPr>
          <a:xfrm>
            <a:off x="2548026" y="5164825"/>
            <a:ext cx="1425167" cy="748267"/>
            <a:chOff x="1219007" y="2355240"/>
            <a:chExt cx="1425167" cy="748267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CA4DDBD5-3A41-35CD-B368-6F1E013F71E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4993AB0-1CF0-6F04-7282-572720BA363E}"/>
                </a:ext>
              </a:extLst>
            </p:cNvPr>
            <p:cNvSpPr txBox="1"/>
            <p:nvPr/>
          </p:nvSpPr>
          <p:spPr>
            <a:xfrm>
              <a:off x="1219007" y="2703397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114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C98FC-3A71-82D7-F966-039286D0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DECODING TIME!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80DD4-9AA5-3BDC-D05E-7B7E3CE3249B}"/>
              </a:ext>
            </a:extLst>
          </p:cNvPr>
          <p:cNvSpPr txBox="1"/>
          <p:nvPr/>
        </p:nvSpPr>
        <p:spPr>
          <a:xfrm>
            <a:off x="9474348" y="1894483"/>
            <a:ext cx="2023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0.09223333</a:t>
            </a:r>
            <a:endParaRPr lang="ru-RU" sz="28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5AA4F72-9CD8-FD1F-9760-409417FA8D92}"/>
              </a:ext>
            </a:extLst>
          </p:cNvPr>
          <p:cNvGraphicFramePr>
            <a:graphicFrameLocks noGrp="1"/>
          </p:cNvGraphicFramePr>
          <p:nvPr/>
        </p:nvGraphicFramePr>
        <p:xfrm>
          <a:off x="9157996" y="2420906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4D2322D-83DC-F1FE-DA17-DBFE5B8B9734}"/>
              </a:ext>
            </a:extLst>
          </p:cNvPr>
          <p:cNvSpPr txBox="1"/>
          <p:nvPr/>
        </p:nvSpPr>
        <p:spPr>
          <a:xfrm>
            <a:off x="9474348" y="5996671"/>
            <a:ext cx="1215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ПЕППЕ</a:t>
            </a:r>
            <a:r>
              <a:rPr lang="en-US" sz="2400" dirty="0"/>
              <a:t>|</a:t>
            </a:r>
            <a:endParaRPr lang="ru-RU" sz="240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AE9C6C2-33E5-7F7C-0F63-5DB54C5116C5}"/>
              </a:ext>
            </a:extLst>
          </p:cNvPr>
          <p:cNvGrpSpPr/>
          <p:nvPr/>
        </p:nvGrpSpPr>
        <p:grpSpPr>
          <a:xfrm>
            <a:off x="265697" y="1894483"/>
            <a:ext cx="8388170" cy="779265"/>
            <a:chOff x="350330" y="2044369"/>
            <a:chExt cx="5681012" cy="527769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CD7403B2-E909-9527-0E13-64E677CA1745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DDE42901-0DDC-2A00-4AC5-0788D694C3F0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B113E1D9-4BE3-5F32-4921-7AF5FE011D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5F251DD0-C354-3DC4-903E-14A9F0EAD3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AFADB1-ACFD-24B4-7676-8242F4F3138B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307F6F-00AE-BD5E-58A7-46A5B815B80D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9204F35-1B57-2759-4630-A9324D1D552A}"/>
              </a:ext>
            </a:extLst>
          </p:cNvPr>
          <p:cNvGrpSpPr/>
          <p:nvPr/>
        </p:nvGrpSpPr>
        <p:grpSpPr>
          <a:xfrm>
            <a:off x="3597469" y="2330420"/>
            <a:ext cx="848137" cy="609242"/>
            <a:chOff x="1482237" y="2355240"/>
            <a:chExt cx="848137" cy="609242"/>
          </a:xfrm>
        </p:grpSpPr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DE290B5D-F7A0-A90E-A54F-2A39F35DCFA3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561E04-9112-3144-E163-9288791D0BF4}"/>
                </a:ext>
              </a:extLst>
            </p:cNvPr>
            <p:cNvSpPr txBox="1"/>
            <p:nvPr/>
          </p:nvSpPr>
          <p:spPr>
            <a:xfrm>
              <a:off x="1482237" y="2595150"/>
              <a:ext cx="84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0.0927</a:t>
              </a:r>
              <a:endParaRPr lang="ru-RU" sz="200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20E964E-FC44-5B38-547C-DD1E853A0B4E}"/>
              </a:ext>
            </a:extLst>
          </p:cNvPr>
          <p:cNvSpPr txBox="1"/>
          <p:nvPr/>
        </p:nvSpPr>
        <p:spPr>
          <a:xfrm>
            <a:off x="1300865" y="2476608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A5C312-183A-322A-3704-EA616D9434F5}"/>
              </a:ext>
            </a:extLst>
          </p:cNvPr>
          <p:cNvSpPr txBox="1"/>
          <p:nvPr/>
        </p:nvSpPr>
        <p:spPr>
          <a:xfrm>
            <a:off x="3119435" y="2490790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4F9F57-233F-61C8-243F-94D6CBF1A62B}"/>
              </a:ext>
            </a:extLst>
          </p:cNvPr>
          <p:cNvSpPr txBox="1"/>
          <p:nvPr/>
        </p:nvSpPr>
        <p:spPr>
          <a:xfrm>
            <a:off x="4257147" y="2529415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C44EDA-67DF-4BEF-2397-C86D68047731}"/>
              </a:ext>
            </a:extLst>
          </p:cNvPr>
          <p:cNvSpPr txBox="1"/>
          <p:nvPr/>
        </p:nvSpPr>
        <p:spPr>
          <a:xfrm>
            <a:off x="5074164" y="2531912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9C6374-485A-A6F0-CC4F-A173E40CA591}"/>
              </a:ext>
            </a:extLst>
          </p:cNvPr>
          <p:cNvSpPr txBox="1"/>
          <p:nvPr/>
        </p:nvSpPr>
        <p:spPr>
          <a:xfrm>
            <a:off x="5913222" y="2529415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F33580-1A23-5716-F1B2-04CB3B53DDF7}"/>
              </a:ext>
            </a:extLst>
          </p:cNvPr>
          <p:cNvSpPr txBox="1"/>
          <p:nvPr/>
        </p:nvSpPr>
        <p:spPr>
          <a:xfrm>
            <a:off x="6684589" y="2532277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13B853-5201-CDAB-B7CA-6AA0563872F0}"/>
              </a:ext>
            </a:extLst>
          </p:cNvPr>
          <p:cNvSpPr txBox="1"/>
          <p:nvPr/>
        </p:nvSpPr>
        <p:spPr>
          <a:xfrm>
            <a:off x="7491799" y="2548286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F8991217-8299-8AED-19FC-385341CAE69E}"/>
              </a:ext>
            </a:extLst>
          </p:cNvPr>
          <p:cNvGrpSpPr/>
          <p:nvPr/>
        </p:nvGrpSpPr>
        <p:grpSpPr>
          <a:xfrm>
            <a:off x="2114455" y="1960208"/>
            <a:ext cx="1078278" cy="597408"/>
            <a:chOff x="1385917" y="1985028"/>
            <a:chExt cx="1078278" cy="597408"/>
          </a:xfrm>
        </p:grpSpPr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91FA6C2B-DD42-9871-28EA-5AA4BECF0D7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9EB715-6278-25D7-97FB-35FEC0E97942}"/>
                </a:ext>
              </a:extLst>
            </p:cNvPr>
            <p:cNvSpPr txBox="1"/>
            <p:nvPr/>
          </p:nvSpPr>
          <p:spPr>
            <a:xfrm>
              <a:off x="1385917" y="1985028"/>
              <a:ext cx="10782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0.09162</a:t>
              </a:r>
              <a:endParaRPr lang="ru-RU" sz="2000" dirty="0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4C2D2963-72CC-BD24-DA11-7B8B561AAFBB}"/>
              </a:ext>
            </a:extLst>
          </p:cNvPr>
          <p:cNvGrpSpPr/>
          <p:nvPr/>
        </p:nvGrpSpPr>
        <p:grpSpPr>
          <a:xfrm>
            <a:off x="4367505" y="1944976"/>
            <a:ext cx="1045787" cy="603310"/>
            <a:chOff x="1366474" y="1979126"/>
            <a:chExt cx="1045787" cy="60331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99F9F69D-17B4-DD45-C611-0AA3DBF2436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7874D2A-B734-873D-9B4E-345218C4C3C7}"/>
                </a:ext>
              </a:extLst>
            </p:cNvPr>
            <p:cNvSpPr txBox="1"/>
            <p:nvPr/>
          </p:nvSpPr>
          <p:spPr>
            <a:xfrm>
              <a:off x="1366474" y="1979126"/>
              <a:ext cx="10457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0.09324</a:t>
              </a:r>
              <a:endParaRPr lang="ru-RU" sz="2400" dirty="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46219EA1-773E-6145-F9A0-4833BA725D28}"/>
              </a:ext>
            </a:extLst>
          </p:cNvPr>
          <p:cNvGrpSpPr/>
          <p:nvPr/>
        </p:nvGrpSpPr>
        <p:grpSpPr>
          <a:xfrm>
            <a:off x="5236090" y="2330420"/>
            <a:ext cx="1024796" cy="825774"/>
            <a:chOff x="1430679" y="2355240"/>
            <a:chExt cx="1024796" cy="825774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36005B46-54A5-5B64-2A12-D21F935C837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166D8F-A182-C2F3-F844-ACFA604F4B8A}"/>
                </a:ext>
              </a:extLst>
            </p:cNvPr>
            <p:cNvSpPr txBox="1"/>
            <p:nvPr/>
          </p:nvSpPr>
          <p:spPr>
            <a:xfrm>
              <a:off x="1430679" y="2780904"/>
              <a:ext cx="1024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0.09378</a:t>
              </a:r>
              <a:endParaRPr lang="ru-RU" sz="2400" dirty="0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6EE37097-0192-16F9-1935-90E33A80AED1}"/>
              </a:ext>
            </a:extLst>
          </p:cNvPr>
          <p:cNvGrpSpPr/>
          <p:nvPr/>
        </p:nvGrpSpPr>
        <p:grpSpPr>
          <a:xfrm>
            <a:off x="5945661" y="1937998"/>
            <a:ext cx="1110119" cy="619618"/>
            <a:chOff x="1352328" y="1962818"/>
            <a:chExt cx="1110119" cy="619618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F447F895-41CB-38F2-DF66-9FA5BFF9615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D09ADA8-3D7F-1C7F-0F1F-E198D266C27A}"/>
                </a:ext>
              </a:extLst>
            </p:cNvPr>
            <p:cNvSpPr txBox="1"/>
            <p:nvPr/>
          </p:nvSpPr>
          <p:spPr>
            <a:xfrm>
              <a:off x="1352328" y="1962818"/>
              <a:ext cx="1110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0.09432</a:t>
              </a:r>
              <a:endParaRPr lang="ru-RU" sz="24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DDA8EC88-6315-1994-4E2C-92454C963EA2}"/>
              </a:ext>
            </a:extLst>
          </p:cNvPr>
          <p:cNvGrpSpPr/>
          <p:nvPr/>
        </p:nvGrpSpPr>
        <p:grpSpPr>
          <a:xfrm>
            <a:off x="6825267" y="2330420"/>
            <a:ext cx="1085185" cy="792571"/>
            <a:chOff x="1416942" y="2355240"/>
            <a:chExt cx="1085185" cy="792571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436DB27D-7F48-EFA6-654F-64831332CC5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0F9F7BF-571B-4B71-912C-5E8D2F2C07C2}"/>
                </a:ext>
              </a:extLst>
            </p:cNvPr>
            <p:cNvSpPr txBox="1"/>
            <p:nvPr/>
          </p:nvSpPr>
          <p:spPr>
            <a:xfrm>
              <a:off x="1416942" y="2747701"/>
              <a:ext cx="10851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0.09486</a:t>
              </a:r>
              <a:endParaRPr lang="ru-RU" sz="2000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B34DC6A5-230C-E61A-69EB-4DECC69C6712}"/>
              </a:ext>
            </a:extLst>
          </p:cNvPr>
          <p:cNvGrpSpPr/>
          <p:nvPr/>
        </p:nvGrpSpPr>
        <p:grpSpPr>
          <a:xfrm>
            <a:off x="2548026" y="2338108"/>
            <a:ext cx="1425167" cy="748267"/>
            <a:chOff x="1219007" y="2355240"/>
            <a:chExt cx="1425167" cy="748267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CA4DDBD5-3A41-35CD-B368-6F1E013F71E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4993AB0-1CF0-6F04-7282-572720BA363E}"/>
                </a:ext>
              </a:extLst>
            </p:cNvPr>
            <p:cNvSpPr txBox="1"/>
            <p:nvPr/>
          </p:nvSpPr>
          <p:spPr>
            <a:xfrm>
              <a:off x="1219007" y="2703397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56FBF8AF-DCE3-3CCE-D2A0-E37E142429EE}"/>
              </a:ext>
            </a:extLst>
          </p:cNvPr>
          <p:cNvGrpSpPr/>
          <p:nvPr/>
        </p:nvGrpSpPr>
        <p:grpSpPr>
          <a:xfrm>
            <a:off x="73337" y="3222374"/>
            <a:ext cx="8580530" cy="779265"/>
            <a:chOff x="220052" y="2044369"/>
            <a:chExt cx="5811290" cy="527769"/>
          </a:xfrm>
        </p:grpSpPr>
        <p:grpSp>
          <p:nvGrpSpPr>
            <p:cNvPr id="42" name="Группа 41">
              <a:extLst>
                <a:ext uri="{FF2B5EF4-FFF2-40B4-BE49-F238E27FC236}">
                  <a16:creationId xmlns:a16="http://schemas.microsoft.com/office/drawing/2014/main" id="{4D4CDB22-B543-B494-B6A6-4FA322053743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45" name="Прямая соединительная линия 44">
                <a:extLst>
                  <a:ext uri="{FF2B5EF4-FFF2-40B4-BE49-F238E27FC236}">
                    <a16:creationId xmlns:a16="http://schemas.microsoft.com/office/drawing/2014/main" id="{4CD3B994-2799-77BF-DFC6-BAA695D1B8FA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>
                <a:extLst>
                  <a:ext uri="{FF2B5EF4-FFF2-40B4-BE49-F238E27FC236}">
                    <a16:creationId xmlns:a16="http://schemas.microsoft.com/office/drawing/2014/main" id="{944D212A-0DAC-388A-6D38-13FC53B938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>
                <a:extLst>
                  <a:ext uri="{FF2B5EF4-FFF2-40B4-BE49-F238E27FC236}">
                    <a16:creationId xmlns:a16="http://schemas.microsoft.com/office/drawing/2014/main" id="{253148C6-5DB7-D5A0-BE60-696479CFFB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761F5AC-C63A-9BBF-FE01-6421EE9FD321}"/>
                </a:ext>
              </a:extLst>
            </p:cNvPr>
            <p:cNvSpPr txBox="1"/>
            <p:nvPr/>
          </p:nvSpPr>
          <p:spPr>
            <a:xfrm>
              <a:off x="220052" y="2044369"/>
              <a:ext cx="684182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0.09162</a:t>
              </a:r>
              <a:endParaRPr lang="ru-RU" sz="20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5CFE1BB-4790-2F3C-56CD-845977F3FAD6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0.0927</a:t>
              </a:r>
              <a:endParaRPr lang="ru-RU" sz="2000" dirty="0"/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364B1121-CE10-46D5-B721-0F6F84460DB9}"/>
              </a:ext>
            </a:extLst>
          </p:cNvPr>
          <p:cNvGrpSpPr/>
          <p:nvPr/>
        </p:nvGrpSpPr>
        <p:grpSpPr>
          <a:xfrm>
            <a:off x="3523991" y="3658311"/>
            <a:ext cx="1000089" cy="768382"/>
            <a:chOff x="1408759" y="2355240"/>
            <a:chExt cx="1000089" cy="768382"/>
          </a:xfrm>
        </p:grpSpPr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id="{86B369A7-29F0-3DEF-CB31-B3B73F853AE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2B85A61-E2F3-FB9A-DFA8-CE5011F3664A}"/>
                </a:ext>
              </a:extLst>
            </p:cNvPr>
            <p:cNvSpPr txBox="1"/>
            <p:nvPr/>
          </p:nvSpPr>
          <p:spPr>
            <a:xfrm>
              <a:off x="1408759" y="2754290"/>
              <a:ext cx="10000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0.09216</a:t>
              </a:r>
              <a:endParaRPr lang="ru-RU" sz="2000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6D39025-F54B-212F-C1AD-D39CD3975886}"/>
              </a:ext>
            </a:extLst>
          </p:cNvPr>
          <p:cNvSpPr txBox="1"/>
          <p:nvPr/>
        </p:nvSpPr>
        <p:spPr>
          <a:xfrm>
            <a:off x="1300865" y="3804499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FDB9B2-CCC0-A516-FC7D-F50BB2AFF674}"/>
              </a:ext>
            </a:extLst>
          </p:cNvPr>
          <p:cNvSpPr txBox="1"/>
          <p:nvPr/>
        </p:nvSpPr>
        <p:spPr>
          <a:xfrm>
            <a:off x="3119435" y="3818681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DF4D6E-57E1-DD15-199E-17B22F6EFC70}"/>
              </a:ext>
            </a:extLst>
          </p:cNvPr>
          <p:cNvSpPr txBox="1"/>
          <p:nvPr/>
        </p:nvSpPr>
        <p:spPr>
          <a:xfrm>
            <a:off x="4257147" y="3857306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9376F9-000E-BDF5-C6E3-DD17D42AC6D4}"/>
              </a:ext>
            </a:extLst>
          </p:cNvPr>
          <p:cNvSpPr txBox="1"/>
          <p:nvPr/>
        </p:nvSpPr>
        <p:spPr>
          <a:xfrm>
            <a:off x="5074164" y="3859803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191C0C-231C-FBC7-2511-C998D8685109}"/>
              </a:ext>
            </a:extLst>
          </p:cNvPr>
          <p:cNvSpPr txBox="1"/>
          <p:nvPr/>
        </p:nvSpPr>
        <p:spPr>
          <a:xfrm>
            <a:off x="5913222" y="3857306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7C59-7E64-BCB8-29E8-3CE042069D87}"/>
              </a:ext>
            </a:extLst>
          </p:cNvPr>
          <p:cNvSpPr txBox="1"/>
          <p:nvPr/>
        </p:nvSpPr>
        <p:spPr>
          <a:xfrm>
            <a:off x="6684589" y="3860168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CC8E32-FF40-5428-DEDB-F0AF7266C8F7}"/>
              </a:ext>
            </a:extLst>
          </p:cNvPr>
          <p:cNvSpPr txBox="1"/>
          <p:nvPr/>
        </p:nvSpPr>
        <p:spPr>
          <a:xfrm>
            <a:off x="7491799" y="3876177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0868D22A-74FC-D3CD-016D-FB03A828F0A7}"/>
              </a:ext>
            </a:extLst>
          </p:cNvPr>
          <p:cNvGrpSpPr/>
          <p:nvPr/>
        </p:nvGrpSpPr>
        <p:grpSpPr>
          <a:xfrm>
            <a:off x="2029605" y="3275740"/>
            <a:ext cx="1237568" cy="609767"/>
            <a:chOff x="1301067" y="1972669"/>
            <a:chExt cx="1237568" cy="609767"/>
          </a:xfrm>
        </p:grpSpPr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D8D8E426-577D-07E2-9013-95A0E42916D7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5E5B48A-81D2-591C-82D6-913E0F648DC5}"/>
                </a:ext>
              </a:extLst>
            </p:cNvPr>
            <p:cNvSpPr txBox="1"/>
            <p:nvPr/>
          </p:nvSpPr>
          <p:spPr>
            <a:xfrm>
              <a:off x="1301067" y="1972669"/>
              <a:ext cx="12375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0.091944</a:t>
              </a:r>
              <a:endParaRPr lang="ru-RU" sz="2000" dirty="0"/>
            </a:p>
          </p:txBody>
        </p: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87749769-85F1-494C-3881-6FCE80199F4A}"/>
              </a:ext>
            </a:extLst>
          </p:cNvPr>
          <p:cNvGrpSpPr/>
          <p:nvPr/>
        </p:nvGrpSpPr>
        <p:grpSpPr>
          <a:xfrm>
            <a:off x="4255482" y="3272866"/>
            <a:ext cx="1249559" cy="603311"/>
            <a:chOff x="1254451" y="1979125"/>
            <a:chExt cx="1249559" cy="603311"/>
          </a:xfrm>
        </p:grpSpPr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A98C9911-8E28-EFCD-14C7-E33EF6A38C1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5953C05-9B59-6C5C-27DC-47A1B2038447}"/>
                </a:ext>
              </a:extLst>
            </p:cNvPr>
            <p:cNvSpPr txBox="1"/>
            <p:nvPr/>
          </p:nvSpPr>
          <p:spPr>
            <a:xfrm>
              <a:off x="1254451" y="1979125"/>
              <a:ext cx="12495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0.092268</a:t>
              </a:r>
              <a:endParaRPr lang="ru-RU" sz="2400" dirty="0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FAA99536-9198-5591-1B95-D5B8617FF403}"/>
              </a:ext>
            </a:extLst>
          </p:cNvPr>
          <p:cNvGrpSpPr/>
          <p:nvPr/>
        </p:nvGrpSpPr>
        <p:grpSpPr>
          <a:xfrm>
            <a:off x="5097200" y="3658311"/>
            <a:ext cx="1234966" cy="863775"/>
            <a:chOff x="1291789" y="2355240"/>
            <a:chExt cx="1234966" cy="863775"/>
          </a:xfrm>
        </p:grpSpPr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6785E680-4060-ED29-5E79-6CFF1CD481F7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990AA13-6BAC-065C-DEC5-856E6DD45A99}"/>
                </a:ext>
              </a:extLst>
            </p:cNvPr>
            <p:cNvSpPr txBox="1"/>
            <p:nvPr/>
          </p:nvSpPr>
          <p:spPr>
            <a:xfrm>
              <a:off x="1291789" y="2818905"/>
              <a:ext cx="1234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0.092376</a:t>
              </a:r>
              <a:endParaRPr lang="ru-RU" sz="2400" dirty="0"/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F737B232-02A9-4C7B-51EC-6E93531B4C10}"/>
              </a:ext>
            </a:extLst>
          </p:cNvPr>
          <p:cNvGrpSpPr/>
          <p:nvPr/>
        </p:nvGrpSpPr>
        <p:grpSpPr>
          <a:xfrm>
            <a:off x="5873222" y="3257052"/>
            <a:ext cx="1265344" cy="628455"/>
            <a:chOff x="1279889" y="1953981"/>
            <a:chExt cx="1265344" cy="628455"/>
          </a:xfrm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B4C1A153-E0E8-A0A0-4334-7702667EF1E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BF6F0D0-57B8-8211-215C-9CB46C021F5F}"/>
                </a:ext>
              </a:extLst>
            </p:cNvPr>
            <p:cNvSpPr txBox="1"/>
            <p:nvPr/>
          </p:nvSpPr>
          <p:spPr>
            <a:xfrm>
              <a:off x="1279889" y="1953981"/>
              <a:ext cx="12653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0.092484</a:t>
              </a:r>
              <a:endParaRPr lang="ru-RU" sz="2400" dirty="0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496363CD-9AE7-8E31-5C44-AC04E218A7BE}"/>
              </a:ext>
            </a:extLst>
          </p:cNvPr>
          <p:cNvGrpSpPr/>
          <p:nvPr/>
        </p:nvGrpSpPr>
        <p:grpSpPr>
          <a:xfrm>
            <a:off x="6699651" y="3658311"/>
            <a:ext cx="1242013" cy="846305"/>
            <a:chOff x="1291326" y="2355240"/>
            <a:chExt cx="1242013" cy="846305"/>
          </a:xfrm>
        </p:grpSpPr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9242B23E-43AB-8A7D-C61E-BBDB41817B7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37545FA-1FD3-5DA2-E5DA-BCDB37411754}"/>
                </a:ext>
              </a:extLst>
            </p:cNvPr>
            <p:cNvSpPr txBox="1"/>
            <p:nvPr/>
          </p:nvSpPr>
          <p:spPr>
            <a:xfrm>
              <a:off x="1291326" y="2801435"/>
              <a:ext cx="12420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0.092592</a:t>
              </a:r>
              <a:endParaRPr lang="ru-RU" sz="2000" dirty="0"/>
            </a:p>
          </p:txBody>
        </p:sp>
      </p:grpSp>
      <p:grpSp>
        <p:nvGrpSpPr>
          <p:cNvPr id="143" name="Группа 142">
            <a:extLst>
              <a:ext uri="{FF2B5EF4-FFF2-40B4-BE49-F238E27FC236}">
                <a16:creationId xmlns:a16="http://schemas.microsoft.com/office/drawing/2014/main" id="{6F68D9D2-D968-DB3D-CC90-D1202B47E228}"/>
              </a:ext>
            </a:extLst>
          </p:cNvPr>
          <p:cNvGrpSpPr/>
          <p:nvPr/>
        </p:nvGrpSpPr>
        <p:grpSpPr>
          <a:xfrm>
            <a:off x="3825929" y="3683227"/>
            <a:ext cx="1425167" cy="1121356"/>
            <a:chOff x="1267112" y="2355240"/>
            <a:chExt cx="1425167" cy="1121356"/>
          </a:xfrm>
        </p:grpSpPr>
        <p:sp>
          <p:nvSpPr>
            <p:cNvPr id="144" name="Овал 143">
              <a:extLst>
                <a:ext uri="{FF2B5EF4-FFF2-40B4-BE49-F238E27FC236}">
                  <a16:creationId xmlns:a16="http://schemas.microsoft.com/office/drawing/2014/main" id="{FBC67AC9-A318-A933-E4A0-8780A2B97DFD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8B4E3F2A-A459-C511-C46C-FF073DC96B3C}"/>
                </a:ext>
              </a:extLst>
            </p:cNvPr>
            <p:cNvSpPr txBox="1"/>
            <p:nvPr/>
          </p:nvSpPr>
          <p:spPr>
            <a:xfrm>
              <a:off x="1267112" y="3076486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5873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C98FC-3A71-82D7-F966-039286D0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DECODING TIME!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80DD4-9AA5-3BDC-D05E-7B7E3CE3249B}"/>
              </a:ext>
            </a:extLst>
          </p:cNvPr>
          <p:cNvSpPr txBox="1"/>
          <p:nvPr/>
        </p:nvSpPr>
        <p:spPr>
          <a:xfrm>
            <a:off x="9474348" y="1894483"/>
            <a:ext cx="2023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0.09223333</a:t>
            </a:r>
            <a:endParaRPr lang="ru-RU" sz="28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5AA4F72-9CD8-FD1F-9760-409417FA8D92}"/>
              </a:ext>
            </a:extLst>
          </p:cNvPr>
          <p:cNvGraphicFramePr>
            <a:graphicFrameLocks noGrp="1"/>
          </p:cNvGraphicFramePr>
          <p:nvPr/>
        </p:nvGraphicFramePr>
        <p:xfrm>
          <a:off x="9157996" y="2420906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4D2322D-83DC-F1FE-DA17-DBFE5B8B9734}"/>
              </a:ext>
            </a:extLst>
          </p:cNvPr>
          <p:cNvSpPr txBox="1"/>
          <p:nvPr/>
        </p:nvSpPr>
        <p:spPr>
          <a:xfrm>
            <a:off x="9474348" y="5996671"/>
            <a:ext cx="1391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ПЕППЕР</a:t>
            </a:r>
            <a:r>
              <a:rPr lang="en-US" sz="2400" dirty="0"/>
              <a:t>|</a:t>
            </a:r>
            <a:endParaRPr lang="ru-RU" sz="240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AE9C6C2-33E5-7F7C-0F63-5DB54C5116C5}"/>
              </a:ext>
            </a:extLst>
          </p:cNvPr>
          <p:cNvGrpSpPr/>
          <p:nvPr/>
        </p:nvGrpSpPr>
        <p:grpSpPr>
          <a:xfrm>
            <a:off x="265697" y="1894483"/>
            <a:ext cx="8388170" cy="779265"/>
            <a:chOff x="350330" y="2044369"/>
            <a:chExt cx="5681012" cy="527769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CD7403B2-E909-9527-0E13-64E677CA1745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DDE42901-0DDC-2A00-4AC5-0788D694C3F0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B113E1D9-4BE3-5F32-4921-7AF5FE011D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5F251DD0-C354-3DC4-903E-14A9F0EAD3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AFADB1-ACFD-24B4-7676-8242F4F3138B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307F6F-00AE-BD5E-58A7-46A5B815B80D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9204F35-1B57-2759-4630-A9324D1D552A}"/>
              </a:ext>
            </a:extLst>
          </p:cNvPr>
          <p:cNvGrpSpPr/>
          <p:nvPr/>
        </p:nvGrpSpPr>
        <p:grpSpPr>
          <a:xfrm>
            <a:off x="3597469" y="2330420"/>
            <a:ext cx="848137" cy="609242"/>
            <a:chOff x="1482237" y="2355240"/>
            <a:chExt cx="848137" cy="609242"/>
          </a:xfrm>
        </p:grpSpPr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DE290B5D-F7A0-A90E-A54F-2A39F35DCFA3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561E04-9112-3144-E163-9288791D0BF4}"/>
                </a:ext>
              </a:extLst>
            </p:cNvPr>
            <p:cNvSpPr txBox="1"/>
            <p:nvPr/>
          </p:nvSpPr>
          <p:spPr>
            <a:xfrm>
              <a:off x="1482237" y="2595150"/>
              <a:ext cx="84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0.0927</a:t>
              </a:r>
              <a:endParaRPr lang="ru-RU" sz="200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20E964E-FC44-5B38-547C-DD1E853A0B4E}"/>
              </a:ext>
            </a:extLst>
          </p:cNvPr>
          <p:cNvSpPr txBox="1"/>
          <p:nvPr/>
        </p:nvSpPr>
        <p:spPr>
          <a:xfrm>
            <a:off x="1300865" y="2476608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A5C312-183A-322A-3704-EA616D9434F5}"/>
              </a:ext>
            </a:extLst>
          </p:cNvPr>
          <p:cNvSpPr txBox="1"/>
          <p:nvPr/>
        </p:nvSpPr>
        <p:spPr>
          <a:xfrm>
            <a:off x="3119435" y="2490790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4F9F57-233F-61C8-243F-94D6CBF1A62B}"/>
              </a:ext>
            </a:extLst>
          </p:cNvPr>
          <p:cNvSpPr txBox="1"/>
          <p:nvPr/>
        </p:nvSpPr>
        <p:spPr>
          <a:xfrm>
            <a:off x="4257147" y="2529415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C44EDA-67DF-4BEF-2397-C86D68047731}"/>
              </a:ext>
            </a:extLst>
          </p:cNvPr>
          <p:cNvSpPr txBox="1"/>
          <p:nvPr/>
        </p:nvSpPr>
        <p:spPr>
          <a:xfrm>
            <a:off x="5074164" y="2531912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9C6374-485A-A6F0-CC4F-A173E40CA591}"/>
              </a:ext>
            </a:extLst>
          </p:cNvPr>
          <p:cNvSpPr txBox="1"/>
          <p:nvPr/>
        </p:nvSpPr>
        <p:spPr>
          <a:xfrm>
            <a:off x="5913222" y="2529415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F33580-1A23-5716-F1B2-04CB3B53DDF7}"/>
              </a:ext>
            </a:extLst>
          </p:cNvPr>
          <p:cNvSpPr txBox="1"/>
          <p:nvPr/>
        </p:nvSpPr>
        <p:spPr>
          <a:xfrm>
            <a:off x="6684589" y="2532277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13B853-5201-CDAB-B7CA-6AA0563872F0}"/>
              </a:ext>
            </a:extLst>
          </p:cNvPr>
          <p:cNvSpPr txBox="1"/>
          <p:nvPr/>
        </p:nvSpPr>
        <p:spPr>
          <a:xfrm>
            <a:off x="7491799" y="2548286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F8991217-8299-8AED-19FC-385341CAE69E}"/>
              </a:ext>
            </a:extLst>
          </p:cNvPr>
          <p:cNvGrpSpPr/>
          <p:nvPr/>
        </p:nvGrpSpPr>
        <p:grpSpPr>
          <a:xfrm>
            <a:off x="2114455" y="1960208"/>
            <a:ext cx="1078278" cy="597408"/>
            <a:chOff x="1385917" y="1985028"/>
            <a:chExt cx="1078278" cy="597408"/>
          </a:xfrm>
        </p:grpSpPr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91FA6C2B-DD42-9871-28EA-5AA4BECF0D7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9EB715-6278-25D7-97FB-35FEC0E97942}"/>
                </a:ext>
              </a:extLst>
            </p:cNvPr>
            <p:cNvSpPr txBox="1"/>
            <p:nvPr/>
          </p:nvSpPr>
          <p:spPr>
            <a:xfrm>
              <a:off x="1385917" y="1985028"/>
              <a:ext cx="10782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0.09162</a:t>
              </a:r>
              <a:endParaRPr lang="ru-RU" sz="2000" dirty="0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4C2D2963-72CC-BD24-DA11-7B8B561AAFBB}"/>
              </a:ext>
            </a:extLst>
          </p:cNvPr>
          <p:cNvGrpSpPr/>
          <p:nvPr/>
        </p:nvGrpSpPr>
        <p:grpSpPr>
          <a:xfrm>
            <a:off x="4367505" y="1944976"/>
            <a:ext cx="1045787" cy="603310"/>
            <a:chOff x="1366474" y="1979126"/>
            <a:chExt cx="1045787" cy="60331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99F9F69D-17B4-DD45-C611-0AA3DBF2436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7874D2A-B734-873D-9B4E-345218C4C3C7}"/>
                </a:ext>
              </a:extLst>
            </p:cNvPr>
            <p:cNvSpPr txBox="1"/>
            <p:nvPr/>
          </p:nvSpPr>
          <p:spPr>
            <a:xfrm>
              <a:off x="1366474" y="1979126"/>
              <a:ext cx="10457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0.09324</a:t>
              </a:r>
              <a:endParaRPr lang="ru-RU" sz="2400" dirty="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46219EA1-773E-6145-F9A0-4833BA725D28}"/>
              </a:ext>
            </a:extLst>
          </p:cNvPr>
          <p:cNvGrpSpPr/>
          <p:nvPr/>
        </p:nvGrpSpPr>
        <p:grpSpPr>
          <a:xfrm>
            <a:off x="5236090" y="2330420"/>
            <a:ext cx="1024796" cy="825774"/>
            <a:chOff x="1430679" y="2355240"/>
            <a:chExt cx="1024796" cy="825774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36005B46-54A5-5B64-2A12-D21F935C837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166D8F-A182-C2F3-F844-ACFA604F4B8A}"/>
                </a:ext>
              </a:extLst>
            </p:cNvPr>
            <p:cNvSpPr txBox="1"/>
            <p:nvPr/>
          </p:nvSpPr>
          <p:spPr>
            <a:xfrm>
              <a:off x="1430679" y="2780904"/>
              <a:ext cx="1024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0.09378</a:t>
              </a:r>
              <a:endParaRPr lang="ru-RU" sz="2400" dirty="0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6EE37097-0192-16F9-1935-90E33A80AED1}"/>
              </a:ext>
            </a:extLst>
          </p:cNvPr>
          <p:cNvGrpSpPr/>
          <p:nvPr/>
        </p:nvGrpSpPr>
        <p:grpSpPr>
          <a:xfrm>
            <a:off x="5945661" y="1937998"/>
            <a:ext cx="1110119" cy="619618"/>
            <a:chOff x="1352328" y="1962818"/>
            <a:chExt cx="1110119" cy="619618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F447F895-41CB-38F2-DF66-9FA5BFF9615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D09ADA8-3D7F-1C7F-0F1F-E198D266C27A}"/>
                </a:ext>
              </a:extLst>
            </p:cNvPr>
            <p:cNvSpPr txBox="1"/>
            <p:nvPr/>
          </p:nvSpPr>
          <p:spPr>
            <a:xfrm>
              <a:off x="1352328" y="1962818"/>
              <a:ext cx="1110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0.09432</a:t>
              </a:r>
              <a:endParaRPr lang="ru-RU" sz="24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DDA8EC88-6315-1994-4E2C-92454C963EA2}"/>
              </a:ext>
            </a:extLst>
          </p:cNvPr>
          <p:cNvGrpSpPr/>
          <p:nvPr/>
        </p:nvGrpSpPr>
        <p:grpSpPr>
          <a:xfrm>
            <a:off x="6825267" y="2330420"/>
            <a:ext cx="1085185" cy="792571"/>
            <a:chOff x="1416942" y="2355240"/>
            <a:chExt cx="1085185" cy="792571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436DB27D-7F48-EFA6-654F-64831332CC5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0F9F7BF-571B-4B71-912C-5E8D2F2C07C2}"/>
                </a:ext>
              </a:extLst>
            </p:cNvPr>
            <p:cNvSpPr txBox="1"/>
            <p:nvPr/>
          </p:nvSpPr>
          <p:spPr>
            <a:xfrm>
              <a:off x="1416942" y="2747701"/>
              <a:ext cx="10851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0.09486</a:t>
              </a:r>
              <a:endParaRPr lang="ru-RU" sz="2000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B34DC6A5-230C-E61A-69EB-4DECC69C6712}"/>
              </a:ext>
            </a:extLst>
          </p:cNvPr>
          <p:cNvGrpSpPr/>
          <p:nvPr/>
        </p:nvGrpSpPr>
        <p:grpSpPr>
          <a:xfrm>
            <a:off x="2548026" y="2338108"/>
            <a:ext cx="1425167" cy="748267"/>
            <a:chOff x="1219007" y="2355240"/>
            <a:chExt cx="1425167" cy="748267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CA4DDBD5-3A41-35CD-B368-6F1E013F71E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4993AB0-1CF0-6F04-7282-572720BA363E}"/>
                </a:ext>
              </a:extLst>
            </p:cNvPr>
            <p:cNvSpPr txBox="1"/>
            <p:nvPr/>
          </p:nvSpPr>
          <p:spPr>
            <a:xfrm>
              <a:off x="1219007" y="2703397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56FBF8AF-DCE3-3CCE-D2A0-E37E142429EE}"/>
              </a:ext>
            </a:extLst>
          </p:cNvPr>
          <p:cNvGrpSpPr/>
          <p:nvPr/>
        </p:nvGrpSpPr>
        <p:grpSpPr>
          <a:xfrm>
            <a:off x="73337" y="3222374"/>
            <a:ext cx="8580530" cy="779265"/>
            <a:chOff x="220052" y="2044369"/>
            <a:chExt cx="5811290" cy="527769"/>
          </a:xfrm>
        </p:grpSpPr>
        <p:grpSp>
          <p:nvGrpSpPr>
            <p:cNvPr id="42" name="Группа 41">
              <a:extLst>
                <a:ext uri="{FF2B5EF4-FFF2-40B4-BE49-F238E27FC236}">
                  <a16:creationId xmlns:a16="http://schemas.microsoft.com/office/drawing/2014/main" id="{4D4CDB22-B543-B494-B6A6-4FA322053743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45" name="Прямая соединительная линия 44">
                <a:extLst>
                  <a:ext uri="{FF2B5EF4-FFF2-40B4-BE49-F238E27FC236}">
                    <a16:creationId xmlns:a16="http://schemas.microsoft.com/office/drawing/2014/main" id="{4CD3B994-2799-77BF-DFC6-BAA695D1B8FA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>
                <a:extLst>
                  <a:ext uri="{FF2B5EF4-FFF2-40B4-BE49-F238E27FC236}">
                    <a16:creationId xmlns:a16="http://schemas.microsoft.com/office/drawing/2014/main" id="{944D212A-0DAC-388A-6D38-13FC53B938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>
                <a:extLst>
                  <a:ext uri="{FF2B5EF4-FFF2-40B4-BE49-F238E27FC236}">
                    <a16:creationId xmlns:a16="http://schemas.microsoft.com/office/drawing/2014/main" id="{253148C6-5DB7-D5A0-BE60-696479CFFB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761F5AC-C63A-9BBF-FE01-6421EE9FD321}"/>
                </a:ext>
              </a:extLst>
            </p:cNvPr>
            <p:cNvSpPr txBox="1"/>
            <p:nvPr/>
          </p:nvSpPr>
          <p:spPr>
            <a:xfrm>
              <a:off x="220052" y="2044369"/>
              <a:ext cx="684182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0.09162</a:t>
              </a:r>
              <a:endParaRPr lang="ru-RU" sz="20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5CFE1BB-4790-2F3C-56CD-845977F3FAD6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0.0927</a:t>
              </a:r>
              <a:endParaRPr lang="ru-RU" sz="2000" dirty="0"/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364B1121-CE10-46D5-B721-0F6F84460DB9}"/>
              </a:ext>
            </a:extLst>
          </p:cNvPr>
          <p:cNvGrpSpPr/>
          <p:nvPr/>
        </p:nvGrpSpPr>
        <p:grpSpPr>
          <a:xfrm>
            <a:off x="3523991" y="3658311"/>
            <a:ext cx="1000089" cy="768382"/>
            <a:chOff x="1408759" y="2355240"/>
            <a:chExt cx="1000089" cy="768382"/>
          </a:xfrm>
        </p:grpSpPr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id="{86B369A7-29F0-3DEF-CB31-B3B73F853AE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2B85A61-E2F3-FB9A-DFA8-CE5011F3664A}"/>
                </a:ext>
              </a:extLst>
            </p:cNvPr>
            <p:cNvSpPr txBox="1"/>
            <p:nvPr/>
          </p:nvSpPr>
          <p:spPr>
            <a:xfrm>
              <a:off x="1408759" y="2754290"/>
              <a:ext cx="10000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0.09216</a:t>
              </a:r>
              <a:endParaRPr lang="ru-RU" sz="2000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6D39025-F54B-212F-C1AD-D39CD3975886}"/>
              </a:ext>
            </a:extLst>
          </p:cNvPr>
          <p:cNvSpPr txBox="1"/>
          <p:nvPr/>
        </p:nvSpPr>
        <p:spPr>
          <a:xfrm>
            <a:off x="1300865" y="3804499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FDB9B2-CCC0-A516-FC7D-F50BB2AFF674}"/>
              </a:ext>
            </a:extLst>
          </p:cNvPr>
          <p:cNvSpPr txBox="1"/>
          <p:nvPr/>
        </p:nvSpPr>
        <p:spPr>
          <a:xfrm>
            <a:off x="3119435" y="3818681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DF4D6E-57E1-DD15-199E-17B22F6EFC70}"/>
              </a:ext>
            </a:extLst>
          </p:cNvPr>
          <p:cNvSpPr txBox="1"/>
          <p:nvPr/>
        </p:nvSpPr>
        <p:spPr>
          <a:xfrm>
            <a:off x="4257147" y="3857306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9376F9-000E-BDF5-C6E3-DD17D42AC6D4}"/>
              </a:ext>
            </a:extLst>
          </p:cNvPr>
          <p:cNvSpPr txBox="1"/>
          <p:nvPr/>
        </p:nvSpPr>
        <p:spPr>
          <a:xfrm>
            <a:off x="5074164" y="3859803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191C0C-231C-FBC7-2511-C998D8685109}"/>
              </a:ext>
            </a:extLst>
          </p:cNvPr>
          <p:cNvSpPr txBox="1"/>
          <p:nvPr/>
        </p:nvSpPr>
        <p:spPr>
          <a:xfrm>
            <a:off x="5913222" y="3857306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7C59-7E64-BCB8-29E8-3CE042069D87}"/>
              </a:ext>
            </a:extLst>
          </p:cNvPr>
          <p:cNvSpPr txBox="1"/>
          <p:nvPr/>
        </p:nvSpPr>
        <p:spPr>
          <a:xfrm>
            <a:off x="6684589" y="3860168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CC8E32-FF40-5428-DEDB-F0AF7266C8F7}"/>
              </a:ext>
            </a:extLst>
          </p:cNvPr>
          <p:cNvSpPr txBox="1"/>
          <p:nvPr/>
        </p:nvSpPr>
        <p:spPr>
          <a:xfrm>
            <a:off x="7491799" y="3876177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0868D22A-74FC-D3CD-016D-FB03A828F0A7}"/>
              </a:ext>
            </a:extLst>
          </p:cNvPr>
          <p:cNvGrpSpPr/>
          <p:nvPr/>
        </p:nvGrpSpPr>
        <p:grpSpPr>
          <a:xfrm>
            <a:off x="2029605" y="3275740"/>
            <a:ext cx="1237568" cy="609767"/>
            <a:chOff x="1301067" y="1972669"/>
            <a:chExt cx="1237568" cy="609767"/>
          </a:xfrm>
        </p:grpSpPr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D8D8E426-577D-07E2-9013-95A0E42916D7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5E5B48A-81D2-591C-82D6-913E0F648DC5}"/>
                </a:ext>
              </a:extLst>
            </p:cNvPr>
            <p:cNvSpPr txBox="1"/>
            <p:nvPr/>
          </p:nvSpPr>
          <p:spPr>
            <a:xfrm>
              <a:off x="1301067" y="1972669"/>
              <a:ext cx="12375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0.091944</a:t>
              </a:r>
              <a:endParaRPr lang="ru-RU" sz="2000" dirty="0"/>
            </a:p>
          </p:txBody>
        </p: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87749769-85F1-494C-3881-6FCE80199F4A}"/>
              </a:ext>
            </a:extLst>
          </p:cNvPr>
          <p:cNvGrpSpPr/>
          <p:nvPr/>
        </p:nvGrpSpPr>
        <p:grpSpPr>
          <a:xfrm>
            <a:off x="4255482" y="3272866"/>
            <a:ext cx="1249559" cy="603311"/>
            <a:chOff x="1254451" y="1979125"/>
            <a:chExt cx="1249559" cy="603311"/>
          </a:xfrm>
        </p:grpSpPr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A98C9911-8E28-EFCD-14C7-E33EF6A38C1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5953C05-9B59-6C5C-27DC-47A1B2038447}"/>
                </a:ext>
              </a:extLst>
            </p:cNvPr>
            <p:cNvSpPr txBox="1"/>
            <p:nvPr/>
          </p:nvSpPr>
          <p:spPr>
            <a:xfrm>
              <a:off x="1254451" y="1979125"/>
              <a:ext cx="12495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0.092268</a:t>
              </a:r>
              <a:endParaRPr lang="ru-RU" sz="2400" dirty="0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FAA99536-9198-5591-1B95-D5B8617FF403}"/>
              </a:ext>
            </a:extLst>
          </p:cNvPr>
          <p:cNvGrpSpPr/>
          <p:nvPr/>
        </p:nvGrpSpPr>
        <p:grpSpPr>
          <a:xfrm>
            <a:off x="5097200" y="3658311"/>
            <a:ext cx="1234966" cy="863775"/>
            <a:chOff x="1291789" y="2355240"/>
            <a:chExt cx="1234966" cy="863775"/>
          </a:xfrm>
        </p:grpSpPr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6785E680-4060-ED29-5E79-6CFF1CD481F7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990AA13-6BAC-065C-DEC5-856E6DD45A99}"/>
                </a:ext>
              </a:extLst>
            </p:cNvPr>
            <p:cNvSpPr txBox="1"/>
            <p:nvPr/>
          </p:nvSpPr>
          <p:spPr>
            <a:xfrm>
              <a:off x="1291789" y="2818905"/>
              <a:ext cx="1234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0.092376</a:t>
              </a:r>
              <a:endParaRPr lang="ru-RU" sz="2400" dirty="0"/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F737B232-02A9-4C7B-51EC-6E93531B4C10}"/>
              </a:ext>
            </a:extLst>
          </p:cNvPr>
          <p:cNvGrpSpPr/>
          <p:nvPr/>
        </p:nvGrpSpPr>
        <p:grpSpPr>
          <a:xfrm>
            <a:off x="5873222" y="3257052"/>
            <a:ext cx="1265344" cy="628455"/>
            <a:chOff x="1279889" y="1953981"/>
            <a:chExt cx="1265344" cy="628455"/>
          </a:xfrm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B4C1A153-E0E8-A0A0-4334-7702667EF1E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BF6F0D0-57B8-8211-215C-9CB46C021F5F}"/>
                </a:ext>
              </a:extLst>
            </p:cNvPr>
            <p:cNvSpPr txBox="1"/>
            <p:nvPr/>
          </p:nvSpPr>
          <p:spPr>
            <a:xfrm>
              <a:off x="1279889" y="1953981"/>
              <a:ext cx="12653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0.092484</a:t>
              </a:r>
              <a:endParaRPr lang="ru-RU" sz="2400" dirty="0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496363CD-9AE7-8E31-5C44-AC04E218A7BE}"/>
              </a:ext>
            </a:extLst>
          </p:cNvPr>
          <p:cNvGrpSpPr/>
          <p:nvPr/>
        </p:nvGrpSpPr>
        <p:grpSpPr>
          <a:xfrm>
            <a:off x="6699651" y="3658311"/>
            <a:ext cx="1242013" cy="846305"/>
            <a:chOff x="1291326" y="2355240"/>
            <a:chExt cx="1242013" cy="846305"/>
          </a:xfrm>
        </p:grpSpPr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9242B23E-43AB-8A7D-C61E-BBDB41817B7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37545FA-1FD3-5DA2-E5DA-BCDB37411754}"/>
                </a:ext>
              </a:extLst>
            </p:cNvPr>
            <p:cNvSpPr txBox="1"/>
            <p:nvPr/>
          </p:nvSpPr>
          <p:spPr>
            <a:xfrm>
              <a:off x="1291326" y="2801435"/>
              <a:ext cx="12420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0.092592</a:t>
              </a:r>
              <a:endParaRPr lang="ru-RU" sz="2000" dirty="0"/>
            </a:p>
          </p:txBody>
        </p:sp>
      </p:grpSp>
      <p:grpSp>
        <p:nvGrpSpPr>
          <p:cNvPr id="143" name="Группа 142">
            <a:extLst>
              <a:ext uri="{FF2B5EF4-FFF2-40B4-BE49-F238E27FC236}">
                <a16:creationId xmlns:a16="http://schemas.microsoft.com/office/drawing/2014/main" id="{6F68D9D2-D968-DB3D-CC90-D1202B47E228}"/>
              </a:ext>
            </a:extLst>
          </p:cNvPr>
          <p:cNvGrpSpPr/>
          <p:nvPr/>
        </p:nvGrpSpPr>
        <p:grpSpPr>
          <a:xfrm>
            <a:off x="3825929" y="3683227"/>
            <a:ext cx="1425167" cy="1121356"/>
            <a:chOff x="1267112" y="2355240"/>
            <a:chExt cx="1425167" cy="1121356"/>
          </a:xfrm>
        </p:grpSpPr>
        <p:sp>
          <p:nvSpPr>
            <p:cNvPr id="144" name="Овал 143">
              <a:extLst>
                <a:ext uri="{FF2B5EF4-FFF2-40B4-BE49-F238E27FC236}">
                  <a16:creationId xmlns:a16="http://schemas.microsoft.com/office/drawing/2014/main" id="{FBC67AC9-A318-A933-E4A0-8780A2B97DFD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8B4E3F2A-A459-C511-C46C-FF073DC96B3C}"/>
                </a:ext>
              </a:extLst>
            </p:cNvPr>
            <p:cNvSpPr txBox="1"/>
            <p:nvPr/>
          </p:nvSpPr>
          <p:spPr>
            <a:xfrm>
              <a:off x="1267112" y="3076486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0A4FB69D-4442-A7D7-ADBB-91819AE8631E}"/>
              </a:ext>
            </a:extLst>
          </p:cNvPr>
          <p:cNvGrpSpPr/>
          <p:nvPr/>
        </p:nvGrpSpPr>
        <p:grpSpPr>
          <a:xfrm>
            <a:off x="1" y="4823764"/>
            <a:ext cx="8708770" cy="779265"/>
            <a:chOff x="220053" y="2044369"/>
            <a:chExt cx="5898142" cy="527769"/>
          </a:xfrm>
        </p:grpSpPr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0E77EB10-2088-7FFD-1FF1-E5B3DC19D6AD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77" name="Прямая соединительная линия 76">
                <a:extLst>
                  <a:ext uri="{FF2B5EF4-FFF2-40B4-BE49-F238E27FC236}">
                    <a16:creationId xmlns:a16="http://schemas.microsoft.com/office/drawing/2014/main" id="{0CAE9E06-511B-4127-9ACE-2F41D65084FE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Прямая соединительная линия 77">
                <a:extLst>
                  <a:ext uri="{FF2B5EF4-FFF2-40B4-BE49-F238E27FC236}">
                    <a16:creationId xmlns:a16="http://schemas.microsoft.com/office/drawing/2014/main" id="{06BF5E40-5EBA-046A-6C2D-DCC8EC7BD8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Прямая соединительная линия 78">
                <a:extLst>
                  <a:ext uri="{FF2B5EF4-FFF2-40B4-BE49-F238E27FC236}">
                    <a16:creationId xmlns:a16="http://schemas.microsoft.com/office/drawing/2014/main" id="{77A41523-DC02-7041-F16D-E68EFA1B50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A77D892-0B64-13A5-8BF3-9A1C421080D4}"/>
                </a:ext>
              </a:extLst>
            </p:cNvPr>
            <p:cNvSpPr txBox="1"/>
            <p:nvPr/>
          </p:nvSpPr>
          <p:spPr>
            <a:xfrm>
              <a:off x="220053" y="2044369"/>
              <a:ext cx="684182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0.09216</a:t>
              </a:r>
              <a:endParaRPr lang="ru-RU" sz="20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566B0FD-6F39-8625-7B65-97B858AE0413}"/>
                </a:ext>
              </a:extLst>
            </p:cNvPr>
            <p:cNvSpPr txBox="1"/>
            <p:nvPr/>
          </p:nvSpPr>
          <p:spPr>
            <a:xfrm>
              <a:off x="5347161" y="2048506"/>
              <a:ext cx="77103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0.092268</a:t>
              </a:r>
              <a:endParaRPr lang="ru-RU" sz="2000" dirty="0"/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0B78F858-D12C-182E-D463-F7B66CFDCB80}"/>
              </a:ext>
            </a:extLst>
          </p:cNvPr>
          <p:cNvGrpSpPr/>
          <p:nvPr/>
        </p:nvGrpSpPr>
        <p:grpSpPr>
          <a:xfrm>
            <a:off x="3332799" y="5259701"/>
            <a:ext cx="1182688" cy="768382"/>
            <a:chOff x="1290904" y="2355240"/>
            <a:chExt cx="1182688" cy="768382"/>
          </a:xfrm>
        </p:grpSpPr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CDDC8CE0-DAB3-8CA4-1D25-59D4D8D3D16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13799E7-7979-C963-62AE-BF0A99692C30}"/>
                </a:ext>
              </a:extLst>
            </p:cNvPr>
            <p:cNvSpPr txBox="1"/>
            <p:nvPr/>
          </p:nvSpPr>
          <p:spPr>
            <a:xfrm>
              <a:off x="1290904" y="2754290"/>
              <a:ext cx="1182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0.092214</a:t>
              </a:r>
              <a:endParaRPr lang="ru-RU" sz="2000" dirty="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23699757-5E7F-F10A-72D9-F7BA375E8E02}"/>
              </a:ext>
            </a:extLst>
          </p:cNvPr>
          <p:cNvSpPr txBox="1"/>
          <p:nvPr/>
        </p:nvSpPr>
        <p:spPr>
          <a:xfrm>
            <a:off x="1227528" y="5405889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C6EDE63-6AB0-AD7E-8503-1907A782B87D}"/>
              </a:ext>
            </a:extLst>
          </p:cNvPr>
          <p:cNvSpPr txBox="1"/>
          <p:nvPr/>
        </p:nvSpPr>
        <p:spPr>
          <a:xfrm>
            <a:off x="3046098" y="5420071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8B89AFD-F331-52EC-C0EA-279A8FD0A70E}"/>
              </a:ext>
            </a:extLst>
          </p:cNvPr>
          <p:cNvSpPr txBox="1"/>
          <p:nvPr/>
        </p:nvSpPr>
        <p:spPr>
          <a:xfrm>
            <a:off x="4183810" y="5458696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6D6BA53-E45E-A03E-DE2C-EC18A1F19632}"/>
              </a:ext>
            </a:extLst>
          </p:cNvPr>
          <p:cNvSpPr txBox="1"/>
          <p:nvPr/>
        </p:nvSpPr>
        <p:spPr>
          <a:xfrm>
            <a:off x="5000827" y="5461193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8F90F73-FE30-F36C-91D5-E9B86012C854}"/>
              </a:ext>
            </a:extLst>
          </p:cNvPr>
          <p:cNvSpPr txBox="1"/>
          <p:nvPr/>
        </p:nvSpPr>
        <p:spPr>
          <a:xfrm>
            <a:off x="5839885" y="5458696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0C70680-13C7-89D5-0101-30A01A9D6767}"/>
              </a:ext>
            </a:extLst>
          </p:cNvPr>
          <p:cNvSpPr txBox="1"/>
          <p:nvPr/>
        </p:nvSpPr>
        <p:spPr>
          <a:xfrm>
            <a:off x="6611252" y="5461558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3D3366D-7545-1FE8-F7E3-31A5B141D624}"/>
              </a:ext>
            </a:extLst>
          </p:cNvPr>
          <p:cNvSpPr txBox="1"/>
          <p:nvPr/>
        </p:nvSpPr>
        <p:spPr>
          <a:xfrm>
            <a:off x="7418462" y="5477567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13D0299A-6BBA-C2BA-1EC3-3662B1955CE9}"/>
              </a:ext>
            </a:extLst>
          </p:cNvPr>
          <p:cNvGrpSpPr/>
          <p:nvPr/>
        </p:nvGrpSpPr>
        <p:grpSpPr>
          <a:xfrm>
            <a:off x="1956268" y="4877130"/>
            <a:ext cx="1327310" cy="609767"/>
            <a:chOff x="1301067" y="1972669"/>
            <a:chExt cx="1327310" cy="609767"/>
          </a:xfrm>
        </p:grpSpPr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485A9860-68C9-4279-CEBA-030B88FFED8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401F5F9-F106-A2E2-CF9B-DE63F710C582}"/>
                </a:ext>
              </a:extLst>
            </p:cNvPr>
            <p:cNvSpPr txBox="1"/>
            <p:nvPr/>
          </p:nvSpPr>
          <p:spPr>
            <a:xfrm>
              <a:off x="1301067" y="1972669"/>
              <a:ext cx="13273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0.0921924</a:t>
              </a:r>
              <a:endParaRPr lang="ru-RU" sz="2000" dirty="0"/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DBBD9863-0354-CC90-4A64-03948FB92A71}"/>
              </a:ext>
            </a:extLst>
          </p:cNvPr>
          <p:cNvGrpSpPr/>
          <p:nvPr/>
        </p:nvGrpSpPr>
        <p:grpSpPr>
          <a:xfrm>
            <a:off x="4135107" y="4865593"/>
            <a:ext cx="1385919" cy="611974"/>
            <a:chOff x="1207413" y="1970462"/>
            <a:chExt cx="1385919" cy="611974"/>
          </a:xfrm>
        </p:grpSpPr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ECDF4D6D-9BE8-2CD4-7B3D-C8E188B0E4F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DB75687-1799-9318-E68C-918F605E83CC}"/>
                </a:ext>
              </a:extLst>
            </p:cNvPr>
            <p:cNvSpPr txBox="1"/>
            <p:nvPr/>
          </p:nvSpPr>
          <p:spPr>
            <a:xfrm>
              <a:off x="1207413" y="1970462"/>
              <a:ext cx="13859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0.0922248</a:t>
              </a:r>
              <a:endParaRPr lang="ru-RU" sz="2400" dirty="0"/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45B42940-3668-C83F-1EA3-3CAAD0DE557C}"/>
              </a:ext>
            </a:extLst>
          </p:cNvPr>
          <p:cNvGrpSpPr/>
          <p:nvPr/>
        </p:nvGrpSpPr>
        <p:grpSpPr>
          <a:xfrm>
            <a:off x="4987405" y="5259701"/>
            <a:ext cx="1308303" cy="868324"/>
            <a:chOff x="1255331" y="2355240"/>
            <a:chExt cx="1308303" cy="868324"/>
          </a:xfrm>
        </p:grpSpPr>
        <p:sp>
          <p:nvSpPr>
            <p:cNvPr id="97" name="Овал 96">
              <a:extLst>
                <a:ext uri="{FF2B5EF4-FFF2-40B4-BE49-F238E27FC236}">
                  <a16:creationId xmlns:a16="http://schemas.microsoft.com/office/drawing/2014/main" id="{01A6F646-F0E5-C0A9-CC36-8715B0A29C3A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0D4F40A-4AC3-3E79-FDF1-A19B3818271B}"/>
                </a:ext>
              </a:extLst>
            </p:cNvPr>
            <p:cNvSpPr txBox="1"/>
            <p:nvPr/>
          </p:nvSpPr>
          <p:spPr>
            <a:xfrm>
              <a:off x="1255331" y="2823454"/>
              <a:ext cx="13083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0.0922356</a:t>
              </a:r>
              <a:endParaRPr lang="ru-RU" sz="2400" dirty="0"/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D01A1A7F-6951-0189-62D6-19281F06C0C7}"/>
              </a:ext>
            </a:extLst>
          </p:cNvPr>
          <p:cNvGrpSpPr/>
          <p:nvPr/>
        </p:nvGrpSpPr>
        <p:grpSpPr>
          <a:xfrm>
            <a:off x="5799885" y="4858442"/>
            <a:ext cx="1265344" cy="628455"/>
            <a:chOff x="1279889" y="1953981"/>
            <a:chExt cx="1265344" cy="628455"/>
          </a:xfrm>
        </p:grpSpPr>
        <p:sp>
          <p:nvSpPr>
            <p:cNvPr id="100" name="Овал 99">
              <a:extLst>
                <a:ext uri="{FF2B5EF4-FFF2-40B4-BE49-F238E27FC236}">
                  <a16:creationId xmlns:a16="http://schemas.microsoft.com/office/drawing/2014/main" id="{DFA8532F-B4B6-9E38-3A39-B3FA18DDED2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982ABDB-A9EF-8F31-2B1E-322FC9EC8AC7}"/>
                </a:ext>
              </a:extLst>
            </p:cNvPr>
            <p:cNvSpPr txBox="1"/>
            <p:nvPr/>
          </p:nvSpPr>
          <p:spPr>
            <a:xfrm>
              <a:off x="1279889" y="1953981"/>
              <a:ext cx="12653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0.0922464</a:t>
              </a:r>
              <a:endParaRPr lang="ru-RU" sz="2400" dirty="0"/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3DFF50F0-33BE-C622-DE89-7DD60E5813F0}"/>
              </a:ext>
            </a:extLst>
          </p:cNvPr>
          <p:cNvGrpSpPr/>
          <p:nvPr/>
        </p:nvGrpSpPr>
        <p:grpSpPr>
          <a:xfrm>
            <a:off x="6626314" y="5259701"/>
            <a:ext cx="1284138" cy="846305"/>
            <a:chOff x="1291326" y="2355240"/>
            <a:chExt cx="1284138" cy="846305"/>
          </a:xfrm>
        </p:grpSpPr>
        <p:sp>
          <p:nvSpPr>
            <p:cNvPr id="103" name="Овал 102">
              <a:extLst>
                <a:ext uri="{FF2B5EF4-FFF2-40B4-BE49-F238E27FC236}">
                  <a16:creationId xmlns:a16="http://schemas.microsoft.com/office/drawing/2014/main" id="{B309C369-95BE-108A-E945-BF3A1564371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A79F379-4585-7304-11A4-C677AED3CD42}"/>
                </a:ext>
              </a:extLst>
            </p:cNvPr>
            <p:cNvSpPr txBox="1"/>
            <p:nvPr/>
          </p:nvSpPr>
          <p:spPr>
            <a:xfrm>
              <a:off x="1291326" y="2801435"/>
              <a:ext cx="12841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0.0922572</a:t>
              </a:r>
              <a:endParaRPr lang="ru-RU" sz="2000" dirty="0"/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96028B32-9B10-148D-A74B-1826D5A3A35C}"/>
              </a:ext>
            </a:extLst>
          </p:cNvPr>
          <p:cNvGrpSpPr/>
          <p:nvPr/>
        </p:nvGrpSpPr>
        <p:grpSpPr>
          <a:xfrm>
            <a:off x="4584851" y="5282739"/>
            <a:ext cx="1425167" cy="1121356"/>
            <a:chOff x="1267112" y="2355240"/>
            <a:chExt cx="1425167" cy="1121356"/>
          </a:xfrm>
        </p:grpSpPr>
        <p:sp>
          <p:nvSpPr>
            <p:cNvPr id="106" name="Овал 105">
              <a:extLst>
                <a:ext uri="{FF2B5EF4-FFF2-40B4-BE49-F238E27FC236}">
                  <a16:creationId xmlns:a16="http://schemas.microsoft.com/office/drawing/2014/main" id="{111D649C-18B0-0984-7361-1E64CEE6629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9F8EB58-2987-75C9-E70A-9738D07A4668}"/>
                </a:ext>
              </a:extLst>
            </p:cNvPr>
            <p:cNvSpPr txBox="1"/>
            <p:nvPr/>
          </p:nvSpPr>
          <p:spPr>
            <a:xfrm>
              <a:off x="1267112" y="3076486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9330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  <p:bldP spid="85" grpId="0"/>
      <p:bldP spid="86" grpId="0"/>
      <p:bldP spid="87" grpId="0"/>
      <p:bldP spid="88" grpId="0"/>
      <p:bldP spid="8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C98FC-3A71-82D7-F966-039286D0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DECODING TIME!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80DD4-9AA5-3BDC-D05E-7B7E3CE3249B}"/>
              </a:ext>
            </a:extLst>
          </p:cNvPr>
          <p:cNvSpPr txBox="1"/>
          <p:nvPr/>
        </p:nvSpPr>
        <p:spPr>
          <a:xfrm>
            <a:off x="9474348" y="1894483"/>
            <a:ext cx="2023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0.09223333</a:t>
            </a:r>
            <a:endParaRPr lang="ru-RU" sz="2800" dirty="0"/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5AA4F72-9CD8-FD1F-9760-409417FA8D92}"/>
              </a:ext>
            </a:extLst>
          </p:cNvPr>
          <p:cNvGraphicFramePr>
            <a:graphicFrameLocks noGrp="1"/>
          </p:cNvGraphicFramePr>
          <p:nvPr/>
        </p:nvGraphicFramePr>
        <p:xfrm>
          <a:off x="9157996" y="2420906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4D2322D-83DC-F1FE-DA17-DBFE5B8B9734}"/>
              </a:ext>
            </a:extLst>
          </p:cNvPr>
          <p:cNvSpPr txBox="1"/>
          <p:nvPr/>
        </p:nvSpPr>
        <p:spPr>
          <a:xfrm>
            <a:off x="9474348" y="5996671"/>
            <a:ext cx="1616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ПЕППЕРО</a:t>
            </a:r>
            <a:r>
              <a:rPr lang="en-US" sz="2400" dirty="0"/>
              <a:t>|</a:t>
            </a:r>
            <a:endParaRPr lang="ru-RU" sz="240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AE9C6C2-33E5-7F7C-0F63-5DB54C5116C5}"/>
              </a:ext>
            </a:extLst>
          </p:cNvPr>
          <p:cNvGrpSpPr/>
          <p:nvPr/>
        </p:nvGrpSpPr>
        <p:grpSpPr>
          <a:xfrm>
            <a:off x="265697" y="1894483"/>
            <a:ext cx="8388170" cy="779265"/>
            <a:chOff x="350330" y="2044369"/>
            <a:chExt cx="5681012" cy="527769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CD7403B2-E909-9527-0E13-64E677CA1745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DDE42901-0DDC-2A00-4AC5-0788D694C3F0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B113E1D9-4BE3-5F32-4921-7AF5FE011D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5F251DD0-C354-3DC4-903E-14A9F0EAD3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AFADB1-ACFD-24B4-7676-8242F4F3138B}"/>
                </a:ext>
              </a:extLst>
            </p:cNvPr>
            <p:cNvSpPr txBox="1"/>
            <p:nvPr/>
          </p:nvSpPr>
          <p:spPr>
            <a:xfrm>
              <a:off x="350330" y="2044369"/>
              <a:ext cx="42362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307F6F-00AE-BD5E-58A7-46A5B815B80D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0.0954</a:t>
              </a:r>
              <a:endParaRPr lang="ru-RU" sz="2000" dirty="0"/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9204F35-1B57-2759-4630-A9324D1D552A}"/>
              </a:ext>
            </a:extLst>
          </p:cNvPr>
          <p:cNvGrpSpPr/>
          <p:nvPr/>
        </p:nvGrpSpPr>
        <p:grpSpPr>
          <a:xfrm>
            <a:off x="3597469" y="2330420"/>
            <a:ext cx="848137" cy="609242"/>
            <a:chOff x="1482237" y="2355240"/>
            <a:chExt cx="848137" cy="609242"/>
          </a:xfrm>
        </p:grpSpPr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DE290B5D-F7A0-A90E-A54F-2A39F35DCFA3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561E04-9112-3144-E163-9288791D0BF4}"/>
                </a:ext>
              </a:extLst>
            </p:cNvPr>
            <p:cNvSpPr txBox="1"/>
            <p:nvPr/>
          </p:nvSpPr>
          <p:spPr>
            <a:xfrm>
              <a:off x="1482237" y="2595150"/>
              <a:ext cx="848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0.0927</a:t>
              </a:r>
              <a:endParaRPr lang="ru-RU" sz="200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20E964E-FC44-5B38-547C-DD1E853A0B4E}"/>
              </a:ext>
            </a:extLst>
          </p:cNvPr>
          <p:cNvSpPr txBox="1"/>
          <p:nvPr/>
        </p:nvSpPr>
        <p:spPr>
          <a:xfrm>
            <a:off x="1300865" y="2476608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A5C312-183A-322A-3704-EA616D9434F5}"/>
              </a:ext>
            </a:extLst>
          </p:cNvPr>
          <p:cNvSpPr txBox="1"/>
          <p:nvPr/>
        </p:nvSpPr>
        <p:spPr>
          <a:xfrm>
            <a:off x="3119435" y="2490790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4F9F57-233F-61C8-243F-94D6CBF1A62B}"/>
              </a:ext>
            </a:extLst>
          </p:cNvPr>
          <p:cNvSpPr txBox="1"/>
          <p:nvPr/>
        </p:nvSpPr>
        <p:spPr>
          <a:xfrm>
            <a:off x="4257147" y="2529415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C44EDA-67DF-4BEF-2397-C86D68047731}"/>
              </a:ext>
            </a:extLst>
          </p:cNvPr>
          <p:cNvSpPr txBox="1"/>
          <p:nvPr/>
        </p:nvSpPr>
        <p:spPr>
          <a:xfrm>
            <a:off x="5074164" y="2531912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9C6374-485A-A6F0-CC4F-A173E40CA591}"/>
              </a:ext>
            </a:extLst>
          </p:cNvPr>
          <p:cNvSpPr txBox="1"/>
          <p:nvPr/>
        </p:nvSpPr>
        <p:spPr>
          <a:xfrm>
            <a:off x="5913222" y="2529415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F33580-1A23-5716-F1B2-04CB3B53DDF7}"/>
              </a:ext>
            </a:extLst>
          </p:cNvPr>
          <p:cNvSpPr txBox="1"/>
          <p:nvPr/>
        </p:nvSpPr>
        <p:spPr>
          <a:xfrm>
            <a:off x="6684589" y="2532277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13B853-5201-CDAB-B7CA-6AA0563872F0}"/>
              </a:ext>
            </a:extLst>
          </p:cNvPr>
          <p:cNvSpPr txBox="1"/>
          <p:nvPr/>
        </p:nvSpPr>
        <p:spPr>
          <a:xfrm>
            <a:off x="7491799" y="2548286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F8991217-8299-8AED-19FC-385341CAE69E}"/>
              </a:ext>
            </a:extLst>
          </p:cNvPr>
          <p:cNvGrpSpPr/>
          <p:nvPr/>
        </p:nvGrpSpPr>
        <p:grpSpPr>
          <a:xfrm>
            <a:off x="2114455" y="1960208"/>
            <a:ext cx="1078278" cy="597408"/>
            <a:chOff x="1385917" y="1985028"/>
            <a:chExt cx="1078278" cy="597408"/>
          </a:xfrm>
        </p:grpSpPr>
        <p:sp>
          <p:nvSpPr>
            <p:cNvPr id="24" name="Овал 23">
              <a:extLst>
                <a:ext uri="{FF2B5EF4-FFF2-40B4-BE49-F238E27FC236}">
                  <a16:creationId xmlns:a16="http://schemas.microsoft.com/office/drawing/2014/main" id="{91FA6C2B-DD42-9871-28EA-5AA4BECF0D7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99EB715-6278-25D7-97FB-35FEC0E97942}"/>
                </a:ext>
              </a:extLst>
            </p:cNvPr>
            <p:cNvSpPr txBox="1"/>
            <p:nvPr/>
          </p:nvSpPr>
          <p:spPr>
            <a:xfrm>
              <a:off x="1385917" y="1985028"/>
              <a:ext cx="10782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0.09162</a:t>
              </a:r>
              <a:endParaRPr lang="ru-RU" sz="2000" dirty="0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4C2D2963-72CC-BD24-DA11-7B8B561AAFBB}"/>
              </a:ext>
            </a:extLst>
          </p:cNvPr>
          <p:cNvGrpSpPr/>
          <p:nvPr/>
        </p:nvGrpSpPr>
        <p:grpSpPr>
          <a:xfrm>
            <a:off x="4367505" y="1944976"/>
            <a:ext cx="1045787" cy="603310"/>
            <a:chOff x="1366474" y="1979126"/>
            <a:chExt cx="1045787" cy="60331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99F9F69D-17B4-DD45-C611-0AA3DBF2436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7874D2A-B734-873D-9B4E-345218C4C3C7}"/>
                </a:ext>
              </a:extLst>
            </p:cNvPr>
            <p:cNvSpPr txBox="1"/>
            <p:nvPr/>
          </p:nvSpPr>
          <p:spPr>
            <a:xfrm>
              <a:off x="1366474" y="1979126"/>
              <a:ext cx="10457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0.09324</a:t>
              </a:r>
              <a:endParaRPr lang="ru-RU" sz="2400" dirty="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46219EA1-773E-6145-F9A0-4833BA725D28}"/>
              </a:ext>
            </a:extLst>
          </p:cNvPr>
          <p:cNvGrpSpPr/>
          <p:nvPr/>
        </p:nvGrpSpPr>
        <p:grpSpPr>
          <a:xfrm>
            <a:off x="5236090" y="2330420"/>
            <a:ext cx="1024796" cy="825774"/>
            <a:chOff x="1430679" y="2355240"/>
            <a:chExt cx="1024796" cy="825774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36005B46-54A5-5B64-2A12-D21F935C837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166D8F-A182-C2F3-F844-ACFA604F4B8A}"/>
                </a:ext>
              </a:extLst>
            </p:cNvPr>
            <p:cNvSpPr txBox="1"/>
            <p:nvPr/>
          </p:nvSpPr>
          <p:spPr>
            <a:xfrm>
              <a:off x="1430679" y="2780904"/>
              <a:ext cx="1024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0.09378</a:t>
              </a:r>
              <a:endParaRPr lang="ru-RU" sz="2400" dirty="0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6EE37097-0192-16F9-1935-90E33A80AED1}"/>
              </a:ext>
            </a:extLst>
          </p:cNvPr>
          <p:cNvGrpSpPr/>
          <p:nvPr/>
        </p:nvGrpSpPr>
        <p:grpSpPr>
          <a:xfrm>
            <a:off x="5945661" y="1937998"/>
            <a:ext cx="1110119" cy="619618"/>
            <a:chOff x="1352328" y="1962818"/>
            <a:chExt cx="1110119" cy="619618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F447F895-41CB-38F2-DF66-9FA5BFF9615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D09ADA8-3D7F-1C7F-0F1F-E198D266C27A}"/>
                </a:ext>
              </a:extLst>
            </p:cNvPr>
            <p:cNvSpPr txBox="1"/>
            <p:nvPr/>
          </p:nvSpPr>
          <p:spPr>
            <a:xfrm>
              <a:off x="1352328" y="1962818"/>
              <a:ext cx="11101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0.09432</a:t>
              </a:r>
              <a:endParaRPr lang="ru-RU" sz="2400" dirty="0"/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DDA8EC88-6315-1994-4E2C-92454C963EA2}"/>
              </a:ext>
            </a:extLst>
          </p:cNvPr>
          <p:cNvGrpSpPr/>
          <p:nvPr/>
        </p:nvGrpSpPr>
        <p:grpSpPr>
          <a:xfrm>
            <a:off x="6825267" y="2330420"/>
            <a:ext cx="1085185" cy="792571"/>
            <a:chOff x="1416942" y="2355240"/>
            <a:chExt cx="1085185" cy="792571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436DB27D-7F48-EFA6-654F-64831332CC5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0F9F7BF-571B-4B71-912C-5E8D2F2C07C2}"/>
                </a:ext>
              </a:extLst>
            </p:cNvPr>
            <p:cNvSpPr txBox="1"/>
            <p:nvPr/>
          </p:nvSpPr>
          <p:spPr>
            <a:xfrm>
              <a:off x="1416942" y="2747701"/>
              <a:ext cx="10851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0.09486</a:t>
              </a:r>
              <a:endParaRPr lang="ru-RU" sz="2000" dirty="0"/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B34DC6A5-230C-E61A-69EB-4DECC69C6712}"/>
              </a:ext>
            </a:extLst>
          </p:cNvPr>
          <p:cNvGrpSpPr/>
          <p:nvPr/>
        </p:nvGrpSpPr>
        <p:grpSpPr>
          <a:xfrm>
            <a:off x="2548026" y="2338108"/>
            <a:ext cx="1425167" cy="748267"/>
            <a:chOff x="1219007" y="2355240"/>
            <a:chExt cx="1425167" cy="748267"/>
          </a:xfrm>
        </p:grpSpPr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CA4DDBD5-3A41-35CD-B368-6F1E013F71E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4993AB0-1CF0-6F04-7282-572720BA363E}"/>
                </a:ext>
              </a:extLst>
            </p:cNvPr>
            <p:cNvSpPr txBox="1"/>
            <p:nvPr/>
          </p:nvSpPr>
          <p:spPr>
            <a:xfrm>
              <a:off x="1219007" y="2703397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56FBF8AF-DCE3-3CCE-D2A0-E37E142429EE}"/>
              </a:ext>
            </a:extLst>
          </p:cNvPr>
          <p:cNvGrpSpPr/>
          <p:nvPr/>
        </p:nvGrpSpPr>
        <p:grpSpPr>
          <a:xfrm>
            <a:off x="73337" y="3222374"/>
            <a:ext cx="8580530" cy="779265"/>
            <a:chOff x="220052" y="2044369"/>
            <a:chExt cx="5811290" cy="527769"/>
          </a:xfrm>
        </p:grpSpPr>
        <p:grpSp>
          <p:nvGrpSpPr>
            <p:cNvPr id="42" name="Группа 41">
              <a:extLst>
                <a:ext uri="{FF2B5EF4-FFF2-40B4-BE49-F238E27FC236}">
                  <a16:creationId xmlns:a16="http://schemas.microsoft.com/office/drawing/2014/main" id="{4D4CDB22-B543-B494-B6A6-4FA322053743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45" name="Прямая соединительная линия 44">
                <a:extLst>
                  <a:ext uri="{FF2B5EF4-FFF2-40B4-BE49-F238E27FC236}">
                    <a16:creationId xmlns:a16="http://schemas.microsoft.com/office/drawing/2014/main" id="{4CD3B994-2799-77BF-DFC6-BAA695D1B8FA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>
                <a:extLst>
                  <a:ext uri="{FF2B5EF4-FFF2-40B4-BE49-F238E27FC236}">
                    <a16:creationId xmlns:a16="http://schemas.microsoft.com/office/drawing/2014/main" id="{944D212A-0DAC-388A-6D38-13FC53B938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>
                <a:extLst>
                  <a:ext uri="{FF2B5EF4-FFF2-40B4-BE49-F238E27FC236}">
                    <a16:creationId xmlns:a16="http://schemas.microsoft.com/office/drawing/2014/main" id="{253148C6-5DB7-D5A0-BE60-696479CFFB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761F5AC-C63A-9BBF-FE01-6421EE9FD321}"/>
                </a:ext>
              </a:extLst>
            </p:cNvPr>
            <p:cNvSpPr txBox="1"/>
            <p:nvPr/>
          </p:nvSpPr>
          <p:spPr>
            <a:xfrm>
              <a:off x="220052" y="2044369"/>
              <a:ext cx="684182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0.09162</a:t>
              </a:r>
              <a:endParaRPr lang="ru-RU" sz="20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5CFE1BB-4790-2F3C-56CD-845977F3FAD6}"/>
                </a:ext>
              </a:extLst>
            </p:cNvPr>
            <p:cNvSpPr txBox="1"/>
            <p:nvPr/>
          </p:nvSpPr>
          <p:spPr>
            <a:xfrm>
              <a:off x="5434013" y="2048506"/>
              <a:ext cx="597329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0.0927</a:t>
              </a:r>
              <a:endParaRPr lang="ru-RU" sz="2000" dirty="0"/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364B1121-CE10-46D5-B721-0F6F84460DB9}"/>
              </a:ext>
            </a:extLst>
          </p:cNvPr>
          <p:cNvGrpSpPr/>
          <p:nvPr/>
        </p:nvGrpSpPr>
        <p:grpSpPr>
          <a:xfrm>
            <a:off x="3523991" y="3658311"/>
            <a:ext cx="1000089" cy="768382"/>
            <a:chOff x="1408759" y="2355240"/>
            <a:chExt cx="1000089" cy="768382"/>
          </a:xfrm>
        </p:grpSpPr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id="{86B369A7-29F0-3DEF-CB31-B3B73F853AE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2B85A61-E2F3-FB9A-DFA8-CE5011F3664A}"/>
                </a:ext>
              </a:extLst>
            </p:cNvPr>
            <p:cNvSpPr txBox="1"/>
            <p:nvPr/>
          </p:nvSpPr>
          <p:spPr>
            <a:xfrm>
              <a:off x="1408759" y="2754290"/>
              <a:ext cx="10000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0.09216</a:t>
              </a:r>
              <a:endParaRPr lang="ru-RU" sz="2000" dirty="0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6D39025-F54B-212F-C1AD-D39CD3975886}"/>
              </a:ext>
            </a:extLst>
          </p:cNvPr>
          <p:cNvSpPr txBox="1"/>
          <p:nvPr/>
        </p:nvSpPr>
        <p:spPr>
          <a:xfrm>
            <a:off x="1300865" y="3804499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FDB9B2-CCC0-A516-FC7D-F50BB2AFF674}"/>
              </a:ext>
            </a:extLst>
          </p:cNvPr>
          <p:cNvSpPr txBox="1"/>
          <p:nvPr/>
        </p:nvSpPr>
        <p:spPr>
          <a:xfrm>
            <a:off x="3119435" y="3818681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DF4D6E-57E1-DD15-199E-17B22F6EFC70}"/>
              </a:ext>
            </a:extLst>
          </p:cNvPr>
          <p:cNvSpPr txBox="1"/>
          <p:nvPr/>
        </p:nvSpPr>
        <p:spPr>
          <a:xfrm>
            <a:off x="4257147" y="3857306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9376F9-000E-BDF5-C6E3-DD17D42AC6D4}"/>
              </a:ext>
            </a:extLst>
          </p:cNvPr>
          <p:cNvSpPr txBox="1"/>
          <p:nvPr/>
        </p:nvSpPr>
        <p:spPr>
          <a:xfrm>
            <a:off x="5074164" y="3859803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191C0C-231C-FBC7-2511-C998D8685109}"/>
              </a:ext>
            </a:extLst>
          </p:cNvPr>
          <p:cNvSpPr txBox="1"/>
          <p:nvPr/>
        </p:nvSpPr>
        <p:spPr>
          <a:xfrm>
            <a:off x="5913222" y="3857306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7C59-7E64-BCB8-29E8-3CE042069D87}"/>
              </a:ext>
            </a:extLst>
          </p:cNvPr>
          <p:cNvSpPr txBox="1"/>
          <p:nvPr/>
        </p:nvSpPr>
        <p:spPr>
          <a:xfrm>
            <a:off x="6684589" y="3860168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CC8E32-FF40-5428-DEDB-F0AF7266C8F7}"/>
              </a:ext>
            </a:extLst>
          </p:cNvPr>
          <p:cNvSpPr txBox="1"/>
          <p:nvPr/>
        </p:nvSpPr>
        <p:spPr>
          <a:xfrm>
            <a:off x="7491799" y="3876177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0868D22A-74FC-D3CD-016D-FB03A828F0A7}"/>
              </a:ext>
            </a:extLst>
          </p:cNvPr>
          <p:cNvGrpSpPr/>
          <p:nvPr/>
        </p:nvGrpSpPr>
        <p:grpSpPr>
          <a:xfrm>
            <a:off x="2029605" y="3275740"/>
            <a:ext cx="1237568" cy="609767"/>
            <a:chOff x="1301067" y="1972669"/>
            <a:chExt cx="1237568" cy="609767"/>
          </a:xfrm>
        </p:grpSpPr>
        <p:sp>
          <p:nvSpPr>
            <p:cNvPr id="59" name="Овал 58">
              <a:extLst>
                <a:ext uri="{FF2B5EF4-FFF2-40B4-BE49-F238E27FC236}">
                  <a16:creationId xmlns:a16="http://schemas.microsoft.com/office/drawing/2014/main" id="{D8D8E426-577D-07E2-9013-95A0E42916D7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5E5B48A-81D2-591C-82D6-913E0F648DC5}"/>
                </a:ext>
              </a:extLst>
            </p:cNvPr>
            <p:cNvSpPr txBox="1"/>
            <p:nvPr/>
          </p:nvSpPr>
          <p:spPr>
            <a:xfrm>
              <a:off x="1301067" y="1972669"/>
              <a:ext cx="12375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0.091944</a:t>
              </a:r>
              <a:endParaRPr lang="ru-RU" sz="2000" dirty="0"/>
            </a:p>
          </p:txBody>
        </p: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87749769-85F1-494C-3881-6FCE80199F4A}"/>
              </a:ext>
            </a:extLst>
          </p:cNvPr>
          <p:cNvGrpSpPr/>
          <p:nvPr/>
        </p:nvGrpSpPr>
        <p:grpSpPr>
          <a:xfrm>
            <a:off x="4255482" y="3272866"/>
            <a:ext cx="1249559" cy="603311"/>
            <a:chOff x="1254451" y="1979125"/>
            <a:chExt cx="1249559" cy="603311"/>
          </a:xfrm>
        </p:grpSpPr>
        <p:sp>
          <p:nvSpPr>
            <p:cNvPr id="62" name="Овал 61">
              <a:extLst>
                <a:ext uri="{FF2B5EF4-FFF2-40B4-BE49-F238E27FC236}">
                  <a16:creationId xmlns:a16="http://schemas.microsoft.com/office/drawing/2014/main" id="{A98C9911-8E28-EFCD-14C7-E33EF6A38C16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5953C05-9B59-6C5C-27DC-47A1B2038447}"/>
                </a:ext>
              </a:extLst>
            </p:cNvPr>
            <p:cNvSpPr txBox="1"/>
            <p:nvPr/>
          </p:nvSpPr>
          <p:spPr>
            <a:xfrm>
              <a:off x="1254451" y="1979125"/>
              <a:ext cx="12495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0.092268</a:t>
              </a:r>
              <a:endParaRPr lang="ru-RU" sz="2400" dirty="0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FAA99536-9198-5591-1B95-D5B8617FF403}"/>
              </a:ext>
            </a:extLst>
          </p:cNvPr>
          <p:cNvGrpSpPr/>
          <p:nvPr/>
        </p:nvGrpSpPr>
        <p:grpSpPr>
          <a:xfrm>
            <a:off x="5097200" y="3658311"/>
            <a:ext cx="1234966" cy="863775"/>
            <a:chOff x="1291789" y="2355240"/>
            <a:chExt cx="1234966" cy="863775"/>
          </a:xfrm>
        </p:grpSpPr>
        <p:sp>
          <p:nvSpPr>
            <p:cNvPr id="65" name="Овал 64">
              <a:extLst>
                <a:ext uri="{FF2B5EF4-FFF2-40B4-BE49-F238E27FC236}">
                  <a16:creationId xmlns:a16="http://schemas.microsoft.com/office/drawing/2014/main" id="{6785E680-4060-ED29-5E79-6CFF1CD481F7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990AA13-6BAC-065C-DEC5-856E6DD45A99}"/>
                </a:ext>
              </a:extLst>
            </p:cNvPr>
            <p:cNvSpPr txBox="1"/>
            <p:nvPr/>
          </p:nvSpPr>
          <p:spPr>
            <a:xfrm>
              <a:off x="1291789" y="2818905"/>
              <a:ext cx="12349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0.092376</a:t>
              </a:r>
              <a:endParaRPr lang="ru-RU" sz="2400" dirty="0"/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F737B232-02A9-4C7B-51EC-6E93531B4C10}"/>
              </a:ext>
            </a:extLst>
          </p:cNvPr>
          <p:cNvGrpSpPr/>
          <p:nvPr/>
        </p:nvGrpSpPr>
        <p:grpSpPr>
          <a:xfrm>
            <a:off x="5873222" y="3257052"/>
            <a:ext cx="1265344" cy="628455"/>
            <a:chOff x="1279889" y="1953981"/>
            <a:chExt cx="1265344" cy="628455"/>
          </a:xfrm>
        </p:grpSpPr>
        <p:sp>
          <p:nvSpPr>
            <p:cNvPr id="68" name="Овал 67">
              <a:extLst>
                <a:ext uri="{FF2B5EF4-FFF2-40B4-BE49-F238E27FC236}">
                  <a16:creationId xmlns:a16="http://schemas.microsoft.com/office/drawing/2014/main" id="{B4C1A153-E0E8-A0A0-4334-7702667EF1E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BF6F0D0-57B8-8211-215C-9CB46C021F5F}"/>
                </a:ext>
              </a:extLst>
            </p:cNvPr>
            <p:cNvSpPr txBox="1"/>
            <p:nvPr/>
          </p:nvSpPr>
          <p:spPr>
            <a:xfrm>
              <a:off x="1279889" y="1953981"/>
              <a:ext cx="12653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0.092484</a:t>
              </a:r>
              <a:endParaRPr lang="ru-RU" sz="2400" dirty="0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496363CD-9AE7-8E31-5C44-AC04E218A7BE}"/>
              </a:ext>
            </a:extLst>
          </p:cNvPr>
          <p:cNvGrpSpPr/>
          <p:nvPr/>
        </p:nvGrpSpPr>
        <p:grpSpPr>
          <a:xfrm>
            <a:off x="6699651" y="3658311"/>
            <a:ext cx="1242013" cy="846305"/>
            <a:chOff x="1291326" y="2355240"/>
            <a:chExt cx="1242013" cy="846305"/>
          </a:xfrm>
        </p:grpSpPr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9242B23E-43AB-8A7D-C61E-BBDB41817B7F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37545FA-1FD3-5DA2-E5DA-BCDB37411754}"/>
                </a:ext>
              </a:extLst>
            </p:cNvPr>
            <p:cNvSpPr txBox="1"/>
            <p:nvPr/>
          </p:nvSpPr>
          <p:spPr>
            <a:xfrm>
              <a:off x="1291326" y="2801435"/>
              <a:ext cx="12420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0.092592</a:t>
              </a:r>
              <a:endParaRPr lang="ru-RU" sz="2000" dirty="0"/>
            </a:p>
          </p:txBody>
        </p:sp>
      </p:grpSp>
      <p:grpSp>
        <p:nvGrpSpPr>
          <p:cNvPr id="143" name="Группа 142">
            <a:extLst>
              <a:ext uri="{FF2B5EF4-FFF2-40B4-BE49-F238E27FC236}">
                <a16:creationId xmlns:a16="http://schemas.microsoft.com/office/drawing/2014/main" id="{6F68D9D2-D968-DB3D-CC90-D1202B47E228}"/>
              </a:ext>
            </a:extLst>
          </p:cNvPr>
          <p:cNvGrpSpPr/>
          <p:nvPr/>
        </p:nvGrpSpPr>
        <p:grpSpPr>
          <a:xfrm>
            <a:off x="3825929" y="3683227"/>
            <a:ext cx="1425167" cy="1121356"/>
            <a:chOff x="1267112" y="2355240"/>
            <a:chExt cx="1425167" cy="1121356"/>
          </a:xfrm>
        </p:grpSpPr>
        <p:sp>
          <p:nvSpPr>
            <p:cNvPr id="144" name="Овал 143">
              <a:extLst>
                <a:ext uri="{FF2B5EF4-FFF2-40B4-BE49-F238E27FC236}">
                  <a16:creationId xmlns:a16="http://schemas.microsoft.com/office/drawing/2014/main" id="{FBC67AC9-A318-A933-E4A0-8780A2B97DFD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8B4E3F2A-A459-C511-C46C-FF073DC96B3C}"/>
                </a:ext>
              </a:extLst>
            </p:cNvPr>
            <p:cNvSpPr txBox="1"/>
            <p:nvPr/>
          </p:nvSpPr>
          <p:spPr>
            <a:xfrm>
              <a:off x="1267112" y="3076486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0A4FB69D-4442-A7D7-ADBB-91819AE8631E}"/>
              </a:ext>
            </a:extLst>
          </p:cNvPr>
          <p:cNvGrpSpPr/>
          <p:nvPr/>
        </p:nvGrpSpPr>
        <p:grpSpPr>
          <a:xfrm>
            <a:off x="1" y="4823764"/>
            <a:ext cx="8708770" cy="779265"/>
            <a:chOff x="220053" y="2044369"/>
            <a:chExt cx="5898142" cy="527769"/>
          </a:xfrm>
        </p:grpSpPr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0E77EB10-2088-7FFD-1FF1-E5B3DC19D6AD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77" name="Прямая соединительная линия 76">
                <a:extLst>
                  <a:ext uri="{FF2B5EF4-FFF2-40B4-BE49-F238E27FC236}">
                    <a16:creationId xmlns:a16="http://schemas.microsoft.com/office/drawing/2014/main" id="{0CAE9E06-511B-4127-9ACE-2F41D65084FE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Прямая соединительная линия 77">
                <a:extLst>
                  <a:ext uri="{FF2B5EF4-FFF2-40B4-BE49-F238E27FC236}">
                    <a16:creationId xmlns:a16="http://schemas.microsoft.com/office/drawing/2014/main" id="{06BF5E40-5EBA-046A-6C2D-DCC8EC7BD8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Прямая соединительная линия 78">
                <a:extLst>
                  <a:ext uri="{FF2B5EF4-FFF2-40B4-BE49-F238E27FC236}">
                    <a16:creationId xmlns:a16="http://schemas.microsoft.com/office/drawing/2014/main" id="{77A41523-DC02-7041-F16D-E68EFA1B50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A77D892-0B64-13A5-8BF3-9A1C421080D4}"/>
                </a:ext>
              </a:extLst>
            </p:cNvPr>
            <p:cNvSpPr txBox="1"/>
            <p:nvPr/>
          </p:nvSpPr>
          <p:spPr>
            <a:xfrm>
              <a:off x="220053" y="2044369"/>
              <a:ext cx="684182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0.09216</a:t>
              </a:r>
              <a:endParaRPr lang="ru-RU" sz="20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566B0FD-6F39-8625-7B65-97B858AE0413}"/>
                </a:ext>
              </a:extLst>
            </p:cNvPr>
            <p:cNvSpPr txBox="1"/>
            <p:nvPr/>
          </p:nvSpPr>
          <p:spPr>
            <a:xfrm>
              <a:off x="5347161" y="2048506"/>
              <a:ext cx="771034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0.092268</a:t>
              </a:r>
              <a:endParaRPr lang="ru-RU" sz="2000" dirty="0"/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0B78F858-D12C-182E-D463-F7B66CFDCB80}"/>
              </a:ext>
            </a:extLst>
          </p:cNvPr>
          <p:cNvGrpSpPr/>
          <p:nvPr/>
        </p:nvGrpSpPr>
        <p:grpSpPr>
          <a:xfrm>
            <a:off x="3332799" y="5259701"/>
            <a:ext cx="1182688" cy="768382"/>
            <a:chOff x="1290904" y="2355240"/>
            <a:chExt cx="1182688" cy="768382"/>
          </a:xfrm>
        </p:grpSpPr>
        <p:sp>
          <p:nvSpPr>
            <p:cNvPr id="81" name="Овал 80">
              <a:extLst>
                <a:ext uri="{FF2B5EF4-FFF2-40B4-BE49-F238E27FC236}">
                  <a16:creationId xmlns:a16="http://schemas.microsoft.com/office/drawing/2014/main" id="{CDDC8CE0-DAB3-8CA4-1D25-59D4D8D3D16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13799E7-7979-C963-62AE-BF0A99692C30}"/>
                </a:ext>
              </a:extLst>
            </p:cNvPr>
            <p:cNvSpPr txBox="1"/>
            <p:nvPr/>
          </p:nvSpPr>
          <p:spPr>
            <a:xfrm>
              <a:off x="1290904" y="2754290"/>
              <a:ext cx="1182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0.092214</a:t>
              </a:r>
              <a:endParaRPr lang="ru-RU" sz="2000" dirty="0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23699757-5E7F-F10A-72D9-F7BA375E8E02}"/>
              </a:ext>
            </a:extLst>
          </p:cNvPr>
          <p:cNvSpPr txBox="1"/>
          <p:nvPr/>
        </p:nvSpPr>
        <p:spPr>
          <a:xfrm>
            <a:off x="1227528" y="5405889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C6EDE63-6AB0-AD7E-8503-1907A782B87D}"/>
              </a:ext>
            </a:extLst>
          </p:cNvPr>
          <p:cNvSpPr txBox="1"/>
          <p:nvPr/>
        </p:nvSpPr>
        <p:spPr>
          <a:xfrm>
            <a:off x="3046098" y="5420071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8B89AFD-F331-52EC-C0EA-279A8FD0A70E}"/>
              </a:ext>
            </a:extLst>
          </p:cNvPr>
          <p:cNvSpPr txBox="1"/>
          <p:nvPr/>
        </p:nvSpPr>
        <p:spPr>
          <a:xfrm>
            <a:off x="4183810" y="5458696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6D6BA53-E45E-A03E-DE2C-EC18A1F19632}"/>
              </a:ext>
            </a:extLst>
          </p:cNvPr>
          <p:cNvSpPr txBox="1"/>
          <p:nvPr/>
        </p:nvSpPr>
        <p:spPr>
          <a:xfrm>
            <a:off x="5000827" y="5461193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8F90F73-FE30-F36C-91D5-E9B86012C854}"/>
              </a:ext>
            </a:extLst>
          </p:cNvPr>
          <p:cNvSpPr txBox="1"/>
          <p:nvPr/>
        </p:nvSpPr>
        <p:spPr>
          <a:xfrm>
            <a:off x="5839885" y="5458696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0C70680-13C7-89D5-0101-30A01A9D6767}"/>
              </a:ext>
            </a:extLst>
          </p:cNvPr>
          <p:cNvSpPr txBox="1"/>
          <p:nvPr/>
        </p:nvSpPr>
        <p:spPr>
          <a:xfrm>
            <a:off x="6611252" y="5461558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3D3366D-7545-1FE8-F7E3-31A5B141D624}"/>
              </a:ext>
            </a:extLst>
          </p:cNvPr>
          <p:cNvSpPr txBox="1"/>
          <p:nvPr/>
        </p:nvSpPr>
        <p:spPr>
          <a:xfrm>
            <a:off x="7418462" y="5477567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13D0299A-6BBA-C2BA-1EC3-3662B1955CE9}"/>
              </a:ext>
            </a:extLst>
          </p:cNvPr>
          <p:cNvGrpSpPr/>
          <p:nvPr/>
        </p:nvGrpSpPr>
        <p:grpSpPr>
          <a:xfrm>
            <a:off x="1956268" y="4877130"/>
            <a:ext cx="1327310" cy="609767"/>
            <a:chOff x="1301067" y="1972669"/>
            <a:chExt cx="1327310" cy="609767"/>
          </a:xfrm>
        </p:grpSpPr>
        <p:sp>
          <p:nvSpPr>
            <p:cNvPr id="91" name="Овал 90">
              <a:extLst>
                <a:ext uri="{FF2B5EF4-FFF2-40B4-BE49-F238E27FC236}">
                  <a16:creationId xmlns:a16="http://schemas.microsoft.com/office/drawing/2014/main" id="{485A9860-68C9-4279-CEBA-030B88FFED8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401F5F9-F106-A2E2-CF9B-DE63F710C582}"/>
                </a:ext>
              </a:extLst>
            </p:cNvPr>
            <p:cNvSpPr txBox="1"/>
            <p:nvPr/>
          </p:nvSpPr>
          <p:spPr>
            <a:xfrm>
              <a:off x="1301067" y="1972669"/>
              <a:ext cx="13273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0.0921924</a:t>
              </a:r>
              <a:endParaRPr lang="ru-RU" sz="2000" dirty="0"/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DBBD9863-0354-CC90-4A64-03948FB92A71}"/>
              </a:ext>
            </a:extLst>
          </p:cNvPr>
          <p:cNvGrpSpPr/>
          <p:nvPr/>
        </p:nvGrpSpPr>
        <p:grpSpPr>
          <a:xfrm>
            <a:off x="4135107" y="4865593"/>
            <a:ext cx="1385919" cy="611974"/>
            <a:chOff x="1207413" y="1970462"/>
            <a:chExt cx="1385919" cy="611974"/>
          </a:xfrm>
        </p:grpSpPr>
        <p:sp>
          <p:nvSpPr>
            <p:cNvPr id="94" name="Овал 93">
              <a:extLst>
                <a:ext uri="{FF2B5EF4-FFF2-40B4-BE49-F238E27FC236}">
                  <a16:creationId xmlns:a16="http://schemas.microsoft.com/office/drawing/2014/main" id="{ECDF4D6D-9BE8-2CD4-7B3D-C8E188B0E4F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DB75687-1799-9318-E68C-918F605E83CC}"/>
                </a:ext>
              </a:extLst>
            </p:cNvPr>
            <p:cNvSpPr txBox="1"/>
            <p:nvPr/>
          </p:nvSpPr>
          <p:spPr>
            <a:xfrm>
              <a:off x="1207413" y="1970462"/>
              <a:ext cx="13859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0.0922248</a:t>
              </a:r>
              <a:endParaRPr lang="ru-RU" sz="2400" dirty="0"/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45B42940-3668-C83F-1EA3-3CAAD0DE557C}"/>
              </a:ext>
            </a:extLst>
          </p:cNvPr>
          <p:cNvGrpSpPr/>
          <p:nvPr/>
        </p:nvGrpSpPr>
        <p:grpSpPr>
          <a:xfrm>
            <a:off x="4987405" y="5259701"/>
            <a:ext cx="1308303" cy="868324"/>
            <a:chOff x="1255331" y="2355240"/>
            <a:chExt cx="1308303" cy="868324"/>
          </a:xfrm>
        </p:grpSpPr>
        <p:sp>
          <p:nvSpPr>
            <p:cNvPr id="97" name="Овал 96">
              <a:extLst>
                <a:ext uri="{FF2B5EF4-FFF2-40B4-BE49-F238E27FC236}">
                  <a16:creationId xmlns:a16="http://schemas.microsoft.com/office/drawing/2014/main" id="{01A6F646-F0E5-C0A9-CC36-8715B0A29C3A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40D4F40A-4AC3-3E79-FDF1-A19B3818271B}"/>
                </a:ext>
              </a:extLst>
            </p:cNvPr>
            <p:cNvSpPr txBox="1"/>
            <p:nvPr/>
          </p:nvSpPr>
          <p:spPr>
            <a:xfrm>
              <a:off x="1255331" y="2823454"/>
              <a:ext cx="13083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0.0922356</a:t>
              </a:r>
              <a:endParaRPr lang="ru-RU" sz="2400" dirty="0"/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D01A1A7F-6951-0189-62D6-19281F06C0C7}"/>
              </a:ext>
            </a:extLst>
          </p:cNvPr>
          <p:cNvGrpSpPr/>
          <p:nvPr/>
        </p:nvGrpSpPr>
        <p:grpSpPr>
          <a:xfrm>
            <a:off x="5799885" y="4858442"/>
            <a:ext cx="1265344" cy="628455"/>
            <a:chOff x="1279889" y="1953981"/>
            <a:chExt cx="1265344" cy="628455"/>
          </a:xfrm>
        </p:grpSpPr>
        <p:sp>
          <p:nvSpPr>
            <p:cNvPr id="100" name="Овал 99">
              <a:extLst>
                <a:ext uri="{FF2B5EF4-FFF2-40B4-BE49-F238E27FC236}">
                  <a16:creationId xmlns:a16="http://schemas.microsoft.com/office/drawing/2014/main" id="{DFA8532F-B4B6-9E38-3A39-B3FA18DDED2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982ABDB-A9EF-8F31-2B1E-322FC9EC8AC7}"/>
                </a:ext>
              </a:extLst>
            </p:cNvPr>
            <p:cNvSpPr txBox="1"/>
            <p:nvPr/>
          </p:nvSpPr>
          <p:spPr>
            <a:xfrm>
              <a:off x="1279889" y="1953981"/>
              <a:ext cx="12653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0.0922464</a:t>
              </a:r>
              <a:endParaRPr lang="ru-RU" sz="2400" dirty="0"/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3DFF50F0-33BE-C622-DE89-7DD60E5813F0}"/>
              </a:ext>
            </a:extLst>
          </p:cNvPr>
          <p:cNvGrpSpPr/>
          <p:nvPr/>
        </p:nvGrpSpPr>
        <p:grpSpPr>
          <a:xfrm>
            <a:off x="6626314" y="5259701"/>
            <a:ext cx="1284138" cy="846305"/>
            <a:chOff x="1291326" y="2355240"/>
            <a:chExt cx="1284138" cy="846305"/>
          </a:xfrm>
        </p:grpSpPr>
        <p:sp>
          <p:nvSpPr>
            <p:cNvPr id="103" name="Овал 102">
              <a:extLst>
                <a:ext uri="{FF2B5EF4-FFF2-40B4-BE49-F238E27FC236}">
                  <a16:creationId xmlns:a16="http://schemas.microsoft.com/office/drawing/2014/main" id="{B309C369-95BE-108A-E945-BF3A1564371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A79F379-4585-7304-11A4-C677AED3CD42}"/>
                </a:ext>
              </a:extLst>
            </p:cNvPr>
            <p:cNvSpPr txBox="1"/>
            <p:nvPr/>
          </p:nvSpPr>
          <p:spPr>
            <a:xfrm>
              <a:off x="1291326" y="2801435"/>
              <a:ext cx="12841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0.0922572</a:t>
              </a:r>
              <a:endParaRPr lang="ru-RU" sz="2000" dirty="0"/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96028B32-9B10-148D-A74B-1826D5A3A35C}"/>
              </a:ext>
            </a:extLst>
          </p:cNvPr>
          <p:cNvGrpSpPr/>
          <p:nvPr/>
        </p:nvGrpSpPr>
        <p:grpSpPr>
          <a:xfrm>
            <a:off x="4584851" y="5282739"/>
            <a:ext cx="1425167" cy="1121356"/>
            <a:chOff x="1267112" y="2355240"/>
            <a:chExt cx="1425167" cy="1121356"/>
          </a:xfrm>
        </p:grpSpPr>
        <p:sp>
          <p:nvSpPr>
            <p:cNvPr id="106" name="Овал 105">
              <a:extLst>
                <a:ext uri="{FF2B5EF4-FFF2-40B4-BE49-F238E27FC236}">
                  <a16:creationId xmlns:a16="http://schemas.microsoft.com/office/drawing/2014/main" id="{111D649C-18B0-0984-7361-1E64CEE66299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00B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9F8EB58-2987-75C9-E70A-9738D07A4668}"/>
                </a:ext>
              </a:extLst>
            </p:cNvPr>
            <p:cNvSpPr txBox="1"/>
            <p:nvPr/>
          </p:nvSpPr>
          <p:spPr>
            <a:xfrm>
              <a:off x="1267112" y="3076486"/>
              <a:ext cx="1425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0.09223333</a:t>
              </a:r>
              <a:endParaRPr lang="ru-RU" sz="2000" dirty="0"/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577D3724-2B23-9A51-F205-018043246C6B}"/>
              </a:ext>
            </a:extLst>
          </p:cNvPr>
          <p:cNvSpPr txBox="1"/>
          <p:nvPr/>
        </p:nvSpPr>
        <p:spPr>
          <a:xfrm>
            <a:off x="571309" y="6283545"/>
            <a:ext cx="105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ETC…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858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  <p:bldP spid="85" grpId="0"/>
      <p:bldP spid="86" grpId="0"/>
      <p:bldP spid="87" grpId="0"/>
      <p:bldP spid="88" grpId="0"/>
      <p:bldP spid="89" grpId="0"/>
      <p:bldP spid="10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32E97-AD1D-1111-B1FC-009CB620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Кодирования всей информации мира в 8 байт не будет?</a:t>
            </a: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A3250191-4A36-E3F5-4D10-B9E8275B5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129" y="1968758"/>
            <a:ext cx="5871741" cy="470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061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32E97-AD1D-1111-B1FC-009CB620C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Вспоминаем </a:t>
            </a:r>
            <a:r>
              <a:rPr lang="en-US" dirty="0"/>
              <a:t>IEEE-754</a:t>
            </a:r>
            <a:endParaRPr lang="ru-RU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9CA95AB3-3752-8B49-6460-54EEA8328AE6}"/>
              </a:ext>
            </a:extLst>
          </p:cNvPr>
          <p:cNvGrpSpPr/>
          <p:nvPr/>
        </p:nvGrpSpPr>
        <p:grpSpPr>
          <a:xfrm>
            <a:off x="2122328" y="2155212"/>
            <a:ext cx="7947343" cy="779265"/>
            <a:chOff x="456181" y="2044369"/>
            <a:chExt cx="5382456" cy="527769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8E54E128-8F72-26C0-856F-AB8EC57944A8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6AA54D26-C5AE-801C-C8D6-7924A7FD0C0A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E750B6DB-724B-4A9C-8ACC-E43E5DA6A0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54F6F93B-955A-1A0C-6440-4AAF50F5F1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3CDA1D-9B7C-14DD-5C94-B8C55CCE46AB}"/>
                </a:ext>
              </a:extLst>
            </p:cNvPr>
            <p:cNvSpPr txBox="1"/>
            <p:nvPr/>
          </p:nvSpPr>
          <p:spPr>
            <a:xfrm>
              <a:off x="456181" y="2044369"/>
              <a:ext cx="211920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B3A3E11-DA91-D483-AB5C-BB7EAE819A78}"/>
                </a:ext>
              </a:extLst>
            </p:cNvPr>
            <p:cNvSpPr txBox="1"/>
            <p:nvPr/>
          </p:nvSpPr>
          <p:spPr>
            <a:xfrm>
              <a:off x="5626717" y="2048506"/>
              <a:ext cx="211920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25577A0A-1B32-6D40-FDC2-80E7CA09C7A6}"/>
              </a:ext>
            </a:extLst>
          </p:cNvPr>
          <p:cNvGrpSpPr/>
          <p:nvPr/>
        </p:nvGrpSpPr>
        <p:grpSpPr>
          <a:xfrm>
            <a:off x="2471822" y="2516579"/>
            <a:ext cx="7218680" cy="417898"/>
            <a:chOff x="2471822" y="2516579"/>
            <a:chExt cx="7218680" cy="417898"/>
          </a:xfrm>
        </p:grpSpPr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5494F6E5-3A8D-6A0D-9645-D921399BD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182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3928550D-A4DF-C33D-0164-B75D95086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502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96C9F5C2-4935-FCB2-1D38-7FC99F54D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790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C617793F-F002-CA0F-01CD-043D08936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554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>
              <a:extLst>
                <a:ext uri="{FF2B5EF4-FFF2-40B4-BE49-F238E27FC236}">
                  <a16:creationId xmlns:a16="http://schemas.microsoft.com/office/drawing/2014/main" id="{667F6DA2-403B-473F-0307-84AE62081B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318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B61E73BC-FE7C-D433-9293-73768B2E14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622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>
              <a:extLst>
                <a:ext uri="{FF2B5EF4-FFF2-40B4-BE49-F238E27FC236}">
                  <a16:creationId xmlns:a16="http://schemas.microsoft.com/office/drawing/2014/main" id="{36553431-3AF7-0068-A003-2CBB0F32FC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418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52F4C643-9872-EC71-FEC8-D754C65F2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7738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AD669BEC-A01F-0249-D687-B313F2E15B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026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25094317-53E7-485C-A343-E045F3210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790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2C49EC67-B315-2332-26F9-E976151C9F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554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72828E11-D3AD-9922-2CBA-53B67EBF37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858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35029053-4D68-AE7C-88CF-3CD710A167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702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4BB3D76B-AAD5-5A7B-9A9B-FD3222BDFA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022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>
              <a:extLst>
                <a:ext uri="{FF2B5EF4-FFF2-40B4-BE49-F238E27FC236}">
                  <a16:creationId xmlns:a16="http://schemas.microsoft.com/office/drawing/2014/main" id="{3440E750-0477-ACDA-AADE-EC0C62AF5F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310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единительная линия 26">
              <a:extLst>
                <a:ext uri="{FF2B5EF4-FFF2-40B4-BE49-F238E27FC236}">
                  <a16:creationId xmlns:a16="http://schemas.microsoft.com/office/drawing/2014/main" id="{E404B503-A28A-8A34-2645-1ADC3496C9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074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2DF00AAA-3D40-4938-0948-0DB866F2CB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838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3313B51F-56AF-CD18-0533-099F7B140B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142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235AEEBA-EF6C-D39F-C218-40379BC8D1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954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7198D2A1-E6EB-F40C-0CC0-E1682EAD9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274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9C164549-7BFF-5CDE-1A18-AEC4D83E42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562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3264A30F-C82A-1519-B813-0575E659C5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326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28408A22-E895-9BEB-7390-C004EFEAE2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090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0D58F95D-5E54-38A9-7750-CCE08C626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3394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>
              <a:extLst>
                <a:ext uri="{FF2B5EF4-FFF2-40B4-BE49-F238E27FC236}">
                  <a16:creationId xmlns:a16="http://schemas.microsoft.com/office/drawing/2014/main" id="{AB321EBF-F1A3-A2CC-15DB-7E73A006D4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158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9441D974-29EA-61B5-90A2-284C5DDC2D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478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EFE59A0E-448A-CB39-99B8-04D60FEC34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766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FEE41B60-F0BA-4E6B-8CBD-CF8EFD42D2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530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>
              <a:extLst>
                <a:ext uri="{FF2B5EF4-FFF2-40B4-BE49-F238E27FC236}">
                  <a16:creationId xmlns:a16="http://schemas.microsoft.com/office/drawing/2014/main" id="{95569B15-D42B-39AA-B2C9-326803EC6C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294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>
              <a:extLst>
                <a:ext uri="{FF2B5EF4-FFF2-40B4-BE49-F238E27FC236}">
                  <a16:creationId xmlns:a16="http://schemas.microsoft.com/office/drawing/2014/main" id="{707A2550-D110-AD01-97C6-CF68194076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598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>
              <a:extLst>
                <a:ext uri="{FF2B5EF4-FFF2-40B4-BE49-F238E27FC236}">
                  <a16:creationId xmlns:a16="http://schemas.microsoft.com/office/drawing/2014/main" id="{E052242F-72E7-2621-4414-B89858D384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394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7E599C0D-0DCA-A82C-A37A-4B1685C31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0714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D79375C6-74DC-2312-5073-34EB9DCB5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9002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E7EF0AEF-86DC-5658-25F8-75BB33C557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5766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id="{4601C28B-F6AE-FAC9-6ED5-3076AEA787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30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E2F010C5-3003-5856-17D8-1DCD380147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834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Прямая соединительная линия 47">
              <a:extLst>
                <a:ext uri="{FF2B5EF4-FFF2-40B4-BE49-F238E27FC236}">
                  <a16:creationId xmlns:a16="http://schemas.microsoft.com/office/drawing/2014/main" id="{D2278D6D-E27E-BAC0-359A-C449D5C670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678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EB7FF53C-250F-1C30-380A-F78481FF7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3998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D3A7206A-5D54-F02B-D270-1E476D9AB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286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id="{F168F7A8-5EF2-C1AF-FF7B-E5959A90E5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0502" y="25165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8D1F9D2F-64CE-00E4-832D-E055BB7EBD87}"/>
              </a:ext>
            </a:extLst>
          </p:cNvPr>
          <p:cNvCxnSpPr>
            <a:cxnSpLocks/>
          </p:cNvCxnSpPr>
          <p:nvPr/>
        </p:nvCxnSpPr>
        <p:spPr>
          <a:xfrm flipV="1">
            <a:off x="453528" y="3258795"/>
            <a:ext cx="0" cy="41789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65E9F23-8859-45F7-9625-2ADC510DC5C9}"/>
              </a:ext>
            </a:extLst>
          </p:cNvPr>
          <p:cNvSpPr txBox="1"/>
          <p:nvPr/>
        </p:nvSpPr>
        <p:spPr>
          <a:xfrm>
            <a:off x="418016" y="3283078"/>
            <a:ext cx="1860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</a:t>
            </a:r>
            <a:r>
              <a:rPr lang="ru-RU" dirty="0"/>
              <a:t>Представимые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A486C7-1FDC-C380-B66D-5B17833625B0}"/>
              </a:ext>
            </a:extLst>
          </p:cNvPr>
          <p:cNvSpPr txBox="1"/>
          <p:nvPr/>
        </p:nvSpPr>
        <p:spPr>
          <a:xfrm>
            <a:off x="660850" y="3735100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ULP</a:t>
            </a:r>
            <a:endParaRPr lang="ru-RU" dirty="0"/>
          </a:p>
        </p:txBody>
      </p:sp>
      <p:cxnSp>
        <p:nvCxnSpPr>
          <p:cNvPr id="6144" name="Прямая соединительная линия 6143">
            <a:extLst>
              <a:ext uri="{FF2B5EF4-FFF2-40B4-BE49-F238E27FC236}">
                <a16:creationId xmlns:a16="http://schemas.microsoft.com/office/drawing/2014/main" id="{C1933B55-F74F-E71C-50A1-4E1DB2D54CBC}"/>
              </a:ext>
            </a:extLst>
          </p:cNvPr>
          <p:cNvCxnSpPr>
            <a:cxnSpLocks/>
          </p:cNvCxnSpPr>
          <p:nvPr/>
        </p:nvCxnSpPr>
        <p:spPr>
          <a:xfrm flipV="1">
            <a:off x="453528" y="3895483"/>
            <a:ext cx="0" cy="41789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5" name="Прямая соединительная линия 6144">
            <a:extLst>
              <a:ext uri="{FF2B5EF4-FFF2-40B4-BE49-F238E27FC236}">
                <a16:creationId xmlns:a16="http://schemas.microsoft.com/office/drawing/2014/main" id="{81611288-E3DB-5C65-2FCC-B112D80EACF1}"/>
              </a:ext>
            </a:extLst>
          </p:cNvPr>
          <p:cNvCxnSpPr>
            <a:cxnSpLocks/>
          </p:cNvCxnSpPr>
          <p:nvPr/>
        </p:nvCxnSpPr>
        <p:spPr>
          <a:xfrm flipV="1">
            <a:off x="1447176" y="3895483"/>
            <a:ext cx="0" cy="41789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0" name="Прямая со стрелкой 6149">
            <a:extLst>
              <a:ext uri="{FF2B5EF4-FFF2-40B4-BE49-F238E27FC236}">
                <a16:creationId xmlns:a16="http://schemas.microsoft.com/office/drawing/2014/main" id="{843551C4-FD42-AE8F-4E9C-4B166FB71EFD}"/>
              </a:ext>
            </a:extLst>
          </p:cNvPr>
          <p:cNvCxnSpPr>
            <a:cxnSpLocks/>
          </p:cNvCxnSpPr>
          <p:nvPr/>
        </p:nvCxnSpPr>
        <p:spPr>
          <a:xfrm>
            <a:off x="453528" y="4104432"/>
            <a:ext cx="993648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53" name="Таблица 6152">
            <a:extLst>
              <a:ext uri="{FF2B5EF4-FFF2-40B4-BE49-F238E27FC236}">
                <a16:creationId xmlns:a16="http://schemas.microsoft.com/office/drawing/2014/main" id="{EDBE8D7A-F32E-E822-71B3-F496AC2C6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969978"/>
              </p:ext>
            </p:extLst>
          </p:nvPr>
        </p:nvGraphicFramePr>
        <p:xfrm>
          <a:off x="5888122" y="3143426"/>
          <a:ext cx="60604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161">
                  <a:extLst>
                    <a:ext uri="{9D8B030D-6E8A-4147-A177-3AD203B41FA5}">
                      <a16:colId xmlns:a16="http://schemas.microsoft.com/office/drawing/2014/main" val="432132741"/>
                    </a:ext>
                  </a:extLst>
                </a:gridCol>
                <a:gridCol w="1130377">
                  <a:extLst>
                    <a:ext uri="{9D8B030D-6E8A-4147-A177-3AD203B41FA5}">
                      <a16:colId xmlns:a16="http://schemas.microsoft.com/office/drawing/2014/main" val="707179557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907225409"/>
                    </a:ext>
                  </a:extLst>
                </a:gridCol>
                <a:gridCol w="1915562">
                  <a:extLst>
                    <a:ext uri="{9D8B030D-6E8A-4147-A177-3AD203B41FA5}">
                      <a16:colId xmlns:a16="http://schemas.microsoft.com/office/drawing/2014/main" val="392067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 double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620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</a:t>
                      </a:r>
                      <a:r>
                        <a:rPr lang="ru-RU" dirty="0"/>
                        <a:t>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  <a:r>
                        <a:rPr lang="ru-RU" dirty="0"/>
                        <a:t> 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  <a:r>
                        <a:rPr lang="ru-RU" dirty="0"/>
                        <a:t> бит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370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Порядок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r>
                        <a:rPr lang="ru-RU" dirty="0"/>
                        <a:t> 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r>
                        <a:rPr lang="ru-RU" dirty="0"/>
                        <a:t> 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r>
                        <a:rPr lang="ru-RU" dirty="0"/>
                        <a:t> бит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884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Мантисса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  <a:r>
                        <a:rPr lang="ru-RU" dirty="0"/>
                        <a:t> 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 </a:t>
                      </a:r>
                      <a:r>
                        <a:rPr lang="ru-RU" dirty="0"/>
                        <a:t>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112</a:t>
                      </a:r>
                      <a:r>
                        <a:rPr lang="ru-RU" dirty="0"/>
                        <a:t> бит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55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ULP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  <a:r>
                        <a:rPr lang="en-US" sz="2000" baseline="30000" dirty="0"/>
                        <a:t>-(23 - e)</a:t>
                      </a:r>
                      <a:endParaRPr lang="ru-RU" sz="20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2</a:t>
                      </a:r>
                      <a:r>
                        <a:rPr lang="en-US" sz="1800" baseline="30000" dirty="0"/>
                        <a:t>-(52 - e)</a:t>
                      </a:r>
                      <a:endParaRPr lang="ru-RU" sz="1800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2</a:t>
                      </a:r>
                      <a:r>
                        <a:rPr lang="en-US" sz="1800" baseline="30000" dirty="0"/>
                        <a:t>-(112 - e)</a:t>
                      </a:r>
                      <a:endParaRPr lang="ru-RU" sz="1800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78194"/>
                  </a:ext>
                </a:extLst>
              </a:tr>
            </a:tbl>
          </a:graphicData>
        </a:graphic>
      </p:graphicFrame>
      <p:grpSp>
        <p:nvGrpSpPr>
          <p:cNvPr id="6170" name="Группа 6169">
            <a:extLst>
              <a:ext uri="{FF2B5EF4-FFF2-40B4-BE49-F238E27FC236}">
                <a16:creationId xmlns:a16="http://schemas.microsoft.com/office/drawing/2014/main" id="{6430ED59-9617-090D-DDC2-EE8A3A5F851E}"/>
              </a:ext>
            </a:extLst>
          </p:cNvPr>
          <p:cNvGrpSpPr/>
          <p:nvPr/>
        </p:nvGrpSpPr>
        <p:grpSpPr>
          <a:xfrm>
            <a:off x="1128701" y="5441392"/>
            <a:ext cx="4128962" cy="1285198"/>
            <a:chOff x="1492455" y="5055312"/>
            <a:chExt cx="2301839" cy="1285198"/>
          </a:xfrm>
        </p:grpSpPr>
        <p:cxnSp>
          <p:nvCxnSpPr>
            <p:cNvPr id="6155" name="Прямая соединительная линия 6154">
              <a:extLst>
                <a:ext uri="{FF2B5EF4-FFF2-40B4-BE49-F238E27FC236}">
                  <a16:creationId xmlns:a16="http://schemas.microsoft.com/office/drawing/2014/main" id="{3615AF7C-331E-E761-DFC0-69067028BD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7097" y="5493459"/>
              <a:ext cx="0" cy="6086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6" name="Прямая соединительная линия 6155">
              <a:extLst>
                <a:ext uri="{FF2B5EF4-FFF2-40B4-BE49-F238E27FC236}">
                  <a16:creationId xmlns:a16="http://schemas.microsoft.com/office/drawing/2014/main" id="{B3792340-B1E3-E0AA-7417-AD73538FD9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4294" y="5493459"/>
              <a:ext cx="0" cy="6086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7" name="Прямая соединительная линия 6156">
              <a:extLst>
                <a:ext uri="{FF2B5EF4-FFF2-40B4-BE49-F238E27FC236}">
                  <a16:creationId xmlns:a16="http://schemas.microsoft.com/office/drawing/2014/main" id="{5FABC64D-16BE-5EAC-61AA-F35B885073FE}"/>
                </a:ext>
              </a:extLst>
            </p:cNvPr>
            <p:cNvCxnSpPr>
              <a:cxnSpLocks/>
            </p:cNvCxnSpPr>
            <p:nvPr/>
          </p:nvCxnSpPr>
          <p:spPr>
            <a:xfrm>
              <a:off x="1521862" y="5715216"/>
              <a:ext cx="2255520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61" name="TextBox 6160">
              <a:extLst>
                <a:ext uri="{FF2B5EF4-FFF2-40B4-BE49-F238E27FC236}">
                  <a16:creationId xmlns:a16="http://schemas.microsoft.com/office/drawing/2014/main" id="{CDE29DFF-236A-4B0E-8A4B-51DD7DB79FDD}"/>
                </a:ext>
              </a:extLst>
            </p:cNvPr>
            <p:cNvSpPr txBox="1"/>
            <p:nvPr/>
          </p:nvSpPr>
          <p:spPr>
            <a:xfrm>
              <a:off x="2356193" y="5971178"/>
              <a:ext cx="579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ULP</a:t>
              </a:r>
              <a:endParaRPr lang="ru-RU" dirty="0"/>
            </a:p>
          </p:txBody>
        </p:sp>
        <p:cxnSp>
          <p:nvCxnSpPr>
            <p:cNvPr id="6162" name="Прямая со стрелкой 6161">
              <a:extLst>
                <a:ext uri="{FF2B5EF4-FFF2-40B4-BE49-F238E27FC236}">
                  <a16:creationId xmlns:a16="http://schemas.microsoft.com/office/drawing/2014/main" id="{59C6A062-BABD-3702-87FE-05E34CDB175C}"/>
                </a:ext>
              </a:extLst>
            </p:cNvPr>
            <p:cNvCxnSpPr>
              <a:cxnSpLocks/>
            </p:cNvCxnSpPr>
            <p:nvPr/>
          </p:nvCxnSpPr>
          <p:spPr>
            <a:xfrm>
              <a:off x="1492455" y="5975904"/>
              <a:ext cx="2284927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4" name="Прямая соединительная линия 6163">
              <a:extLst>
                <a:ext uri="{FF2B5EF4-FFF2-40B4-BE49-F238E27FC236}">
                  <a16:creationId xmlns:a16="http://schemas.microsoft.com/office/drawing/2014/main" id="{EE71A7B5-5AE5-740B-DABB-EB267E65AA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2328" y="53798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5" name="Прямая соединительная линия 6164">
              <a:extLst>
                <a:ext uri="{FF2B5EF4-FFF2-40B4-BE49-F238E27FC236}">
                  <a16:creationId xmlns:a16="http://schemas.microsoft.com/office/drawing/2014/main" id="{F7E2CDEB-37E5-E868-0093-E03C6E840C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4622" y="5379879"/>
              <a:ext cx="0" cy="41789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6" name="Прямая со стрелкой 6165">
              <a:extLst>
                <a:ext uri="{FF2B5EF4-FFF2-40B4-BE49-F238E27FC236}">
                  <a16:creationId xmlns:a16="http://schemas.microsoft.com/office/drawing/2014/main" id="{484F630C-332D-F238-F20B-02D7148A570C}"/>
                </a:ext>
              </a:extLst>
            </p:cNvPr>
            <p:cNvCxnSpPr>
              <a:cxnSpLocks/>
            </p:cNvCxnSpPr>
            <p:nvPr/>
          </p:nvCxnSpPr>
          <p:spPr>
            <a:xfrm>
              <a:off x="2122328" y="5493459"/>
              <a:ext cx="1162294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69" name="TextBox 6168">
              <a:extLst>
                <a:ext uri="{FF2B5EF4-FFF2-40B4-BE49-F238E27FC236}">
                  <a16:creationId xmlns:a16="http://schemas.microsoft.com/office/drawing/2014/main" id="{47AD4A26-BBED-1CA6-3D3E-7ED78C042F76}"/>
                </a:ext>
              </a:extLst>
            </p:cNvPr>
            <p:cNvSpPr txBox="1"/>
            <p:nvPr/>
          </p:nvSpPr>
          <p:spPr>
            <a:xfrm>
              <a:off x="1680265" y="5055312"/>
              <a:ext cx="204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Working Interval</a:t>
              </a:r>
              <a:endParaRPr lang="ru-RU" dirty="0"/>
            </a:p>
          </p:txBody>
        </p:sp>
      </p:grpSp>
      <p:sp>
        <p:nvSpPr>
          <p:cNvPr id="6171" name="TextBox 6170">
            <a:extLst>
              <a:ext uri="{FF2B5EF4-FFF2-40B4-BE49-F238E27FC236}">
                <a16:creationId xmlns:a16="http://schemas.microsoft.com/office/drawing/2014/main" id="{56D407B8-EF84-92BE-8A9B-69DBC6A45FF1}"/>
              </a:ext>
            </a:extLst>
          </p:cNvPr>
          <p:cNvSpPr txBox="1"/>
          <p:nvPr/>
        </p:nvSpPr>
        <p:spPr>
          <a:xfrm>
            <a:off x="954611" y="5509850"/>
            <a:ext cx="365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X</a:t>
            </a:r>
            <a:endParaRPr lang="ru-RU" sz="2000" dirty="0"/>
          </a:p>
        </p:txBody>
      </p:sp>
      <p:sp>
        <p:nvSpPr>
          <p:cNvPr id="6173" name="TextBox 6172">
            <a:extLst>
              <a:ext uri="{FF2B5EF4-FFF2-40B4-BE49-F238E27FC236}">
                <a16:creationId xmlns:a16="http://schemas.microsoft.com/office/drawing/2014/main" id="{B7B42651-0001-FC1F-A5F0-7126B0A36033}"/>
              </a:ext>
            </a:extLst>
          </p:cNvPr>
          <p:cNvSpPr txBox="1"/>
          <p:nvPr/>
        </p:nvSpPr>
        <p:spPr>
          <a:xfrm>
            <a:off x="4830347" y="5569373"/>
            <a:ext cx="1348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X + 2</a:t>
            </a:r>
            <a:r>
              <a:rPr lang="en-US" sz="1800" baseline="30000" dirty="0"/>
              <a:t>-(52 - e)</a:t>
            </a:r>
            <a:endParaRPr lang="ru-RU" sz="1800" baseline="30000" dirty="0"/>
          </a:p>
        </p:txBody>
      </p:sp>
    </p:spTree>
    <p:extLst>
      <p:ext uri="{BB962C8B-B14F-4D97-AF65-F5344CB8AC3E}">
        <p14:creationId xmlns:p14="http://schemas.microsoft.com/office/powerpoint/2010/main" val="220151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171" grpId="0"/>
      <p:bldP spid="617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33BD5-F5BA-F83E-5245-6911825FD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 как с этим справляться? 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0288E774-B52F-D962-0A0D-7A72415C3F02}"/>
              </a:ext>
            </a:extLst>
          </p:cNvPr>
          <p:cNvCxnSpPr/>
          <p:nvPr/>
        </p:nvCxnSpPr>
        <p:spPr>
          <a:xfrm>
            <a:off x="6096000" y="1847461"/>
            <a:ext cx="0" cy="50105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AB65A51-7191-2818-CF4C-1CA586E87EEB}"/>
              </a:ext>
            </a:extLst>
          </p:cNvPr>
          <p:cNvSpPr txBox="1"/>
          <p:nvPr/>
        </p:nvSpPr>
        <p:spPr>
          <a:xfrm>
            <a:off x="581192" y="1847461"/>
            <a:ext cx="4822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ДИАПАЗОННОЕ КОДИРОВАНИЕ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9296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FBB6A-26DA-D750-60B2-00AEB67C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Уже нам знакомые трюки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2ABFD-E67D-D2D2-F784-57514BF5CA6E}"/>
              </a:ext>
            </a:extLst>
          </p:cNvPr>
          <p:cNvSpPr txBox="1"/>
          <p:nvPr/>
        </p:nvSpPr>
        <p:spPr>
          <a:xfrm>
            <a:off x="7140614" y="223782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1101</a:t>
            </a:r>
            <a:endParaRPr lang="ru-RU" sz="3200" baseline="30000" dirty="0"/>
          </a:p>
        </p:txBody>
      </p:sp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9DE90B76-281F-3BCB-C5D6-93AFFE44944C}"/>
              </a:ext>
            </a:extLst>
          </p:cNvPr>
          <p:cNvSpPr/>
          <p:nvPr/>
        </p:nvSpPr>
        <p:spPr>
          <a:xfrm>
            <a:off x="5711890" y="2329600"/>
            <a:ext cx="1160106" cy="4012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65A54-B819-03F7-E50C-AD8294D2DE36}"/>
              </a:ext>
            </a:extLst>
          </p:cNvPr>
          <p:cNvSpPr txBox="1"/>
          <p:nvPr/>
        </p:nvSpPr>
        <p:spPr>
          <a:xfrm>
            <a:off x="1274768" y="2298441"/>
            <a:ext cx="3966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111.01 = 1.1101 * 10</a:t>
            </a:r>
            <a:r>
              <a:rPr lang="en-US" sz="3200" baseline="30000" dirty="0"/>
              <a:t>10</a:t>
            </a:r>
            <a:endParaRPr lang="ru-RU" sz="3200" baseline="30000"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B55436B-69D9-350A-122D-2B27D4F7C02C}"/>
              </a:ext>
            </a:extLst>
          </p:cNvPr>
          <p:cNvGrpSpPr/>
          <p:nvPr/>
        </p:nvGrpSpPr>
        <p:grpSpPr>
          <a:xfrm>
            <a:off x="681135" y="3243791"/>
            <a:ext cx="11159412" cy="791615"/>
            <a:chOff x="3430972" y="5203192"/>
            <a:chExt cx="5347804" cy="572276"/>
          </a:xfrm>
        </p:grpSpPr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3F79817C-604D-6A71-1CC2-2A7F79491EC1}"/>
                </a:ext>
              </a:extLst>
            </p:cNvPr>
            <p:cNvCxnSpPr/>
            <p:nvPr/>
          </p:nvCxnSpPr>
          <p:spPr>
            <a:xfrm>
              <a:off x="3544077" y="5633954"/>
              <a:ext cx="5103845" cy="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AC96B1F4-2396-7DB6-FF90-9BF9EDD934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5027" y="5492440"/>
              <a:ext cx="0" cy="28302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>
              <a:extLst>
                <a:ext uri="{FF2B5EF4-FFF2-40B4-BE49-F238E27FC236}">
                  <a16:creationId xmlns:a16="http://schemas.microsoft.com/office/drawing/2014/main" id="{886ACC97-D85A-0FE5-2783-AE42A0439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65673" y="5492440"/>
              <a:ext cx="0" cy="28302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5A68CEA-CF41-2405-30D5-E5351FA99351}"/>
                </a:ext>
              </a:extLst>
            </p:cNvPr>
            <p:cNvSpPr txBox="1"/>
            <p:nvPr/>
          </p:nvSpPr>
          <p:spPr>
            <a:xfrm>
              <a:off x="3430972" y="5233843"/>
              <a:ext cx="226207" cy="289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D6C55C8-09AC-C6BB-9BFA-2AF323044396}"/>
                </a:ext>
              </a:extLst>
            </p:cNvPr>
            <p:cNvSpPr txBox="1"/>
            <p:nvPr/>
          </p:nvSpPr>
          <p:spPr>
            <a:xfrm>
              <a:off x="8552569" y="5203192"/>
              <a:ext cx="226207" cy="289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F8B894D5-4F04-7B25-80F5-10A92377918E}"/>
                </a:ext>
              </a:extLst>
            </p:cNvPr>
            <p:cNvSpPr/>
            <p:nvPr/>
          </p:nvSpPr>
          <p:spPr>
            <a:xfrm>
              <a:off x="5799501" y="5545109"/>
              <a:ext cx="116650" cy="177689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F4E5F5-D70F-56BF-1875-AA1153358337}"/>
                </a:ext>
              </a:extLst>
            </p:cNvPr>
            <p:cNvSpPr txBox="1"/>
            <p:nvPr/>
          </p:nvSpPr>
          <p:spPr>
            <a:xfrm>
              <a:off x="5729078" y="5295873"/>
              <a:ext cx="257496" cy="289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A</a:t>
              </a:r>
              <a:endParaRPr lang="ru-RU" sz="2000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B503777-68F7-D56C-FA94-3167BFC203A8}"/>
              </a:ext>
            </a:extLst>
          </p:cNvPr>
          <p:cNvSpPr txBox="1"/>
          <p:nvPr/>
        </p:nvSpPr>
        <p:spPr>
          <a:xfrm>
            <a:off x="5225077" y="4045701"/>
            <a:ext cx="203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[0, 1)</a:t>
            </a:r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11D5CA-7E60-A294-15AE-3CEEA3490B1B}"/>
              </a:ext>
            </a:extLst>
          </p:cNvPr>
          <p:cNvSpPr txBox="1"/>
          <p:nvPr/>
        </p:nvSpPr>
        <p:spPr>
          <a:xfrm>
            <a:off x="681135" y="4732077"/>
            <a:ext cx="2004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0 &lt;= A &lt; 1</a:t>
            </a:r>
            <a:endParaRPr lang="ru-RU" sz="3200" dirty="0"/>
          </a:p>
        </p:txBody>
      </p:sp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BA639346-F586-A236-F155-13A3B818704F}"/>
              </a:ext>
            </a:extLst>
          </p:cNvPr>
          <p:cNvSpPr/>
          <p:nvPr/>
        </p:nvSpPr>
        <p:spPr>
          <a:xfrm>
            <a:off x="2685786" y="4823856"/>
            <a:ext cx="1160106" cy="4012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EFD47B-87EC-F013-509F-054F0D861E3F}"/>
              </a:ext>
            </a:extLst>
          </p:cNvPr>
          <p:cNvSpPr txBox="1"/>
          <p:nvPr/>
        </p:nvSpPr>
        <p:spPr>
          <a:xfrm>
            <a:off x="3845891" y="4728540"/>
            <a:ext cx="7593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0.09223333 =</a:t>
            </a:r>
            <a:r>
              <a:rPr lang="ru-RU" sz="3200" dirty="0"/>
              <a:t> </a:t>
            </a:r>
            <a:r>
              <a:rPr lang="en-US" sz="3200" dirty="0"/>
              <a:t>09223333</a:t>
            </a:r>
            <a:endParaRPr lang="ru-RU" sz="3200" baseline="30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02BBD1-0D06-FF19-314C-9E7FE75AE8C6}"/>
              </a:ext>
            </a:extLst>
          </p:cNvPr>
          <p:cNvSpPr txBox="1"/>
          <p:nvPr/>
        </p:nvSpPr>
        <p:spPr>
          <a:xfrm>
            <a:off x="581192" y="5777834"/>
            <a:ext cx="5514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Окончательный ответ: </a:t>
            </a:r>
            <a:r>
              <a:rPr lang="en-US" sz="2800" dirty="0"/>
              <a:t>09223333</a:t>
            </a:r>
            <a:r>
              <a:rPr lang="ru-RU" sz="2800" dirty="0"/>
              <a:t> </a:t>
            </a:r>
          </a:p>
        </p:txBody>
      </p:sp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AA26D602-6936-C002-C612-045FAABF2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5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521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33BD5-F5BA-F83E-5245-6911825FD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Диапазонное кодирование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D65ADDFE-62DE-BF64-1341-362C1E7D2A5F}"/>
              </a:ext>
            </a:extLst>
          </p:cNvPr>
          <p:cNvGrpSpPr/>
          <p:nvPr/>
        </p:nvGrpSpPr>
        <p:grpSpPr>
          <a:xfrm>
            <a:off x="265729" y="2342686"/>
            <a:ext cx="5453553" cy="683137"/>
            <a:chOff x="405688" y="1889001"/>
            <a:chExt cx="5453553" cy="683137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7B34A44A-7576-5436-EF96-4E24ADC3A2D5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DF9BA3F8-E344-C80F-1D67-569D0635FE4F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055E01A9-8EF8-D570-B424-42CC501935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F4C3E706-8F33-0E7A-8BF2-5ED582C2C8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9E9795-964B-330D-F58A-4AFC85883CA4}"/>
                </a:ext>
              </a:extLst>
            </p:cNvPr>
            <p:cNvSpPr txBox="1"/>
            <p:nvPr/>
          </p:nvSpPr>
          <p:spPr>
            <a:xfrm>
              <a:off x="405688" y="1955871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7C7FE5-DC7D-7ED1-3550-733E1558AE16}"/>
                </a:ext>
              </a:extLst>
            </p:cNvPr>
            <p:cNvSpPr txBox="1"/>
            <p:nvPr/>
          </p:nvSpPr>
          <p:spPr>
            <a:xfrm>
              <a:off x="5546334" y="1889001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CB98D99-95A3-E2B9-5BAC-66F7A0863CD2}"/>
              </a:ext>
            </a:extLst>
          </p:cNvPr>
          <p:cNvSpPr txBox="1"/>
          <p:nvPr/>
        </p:nvSpPr>
        <p:spPr>
          <a:xfrm>
            <a:off x="1975910" y="2958954"/>
            <a:ext cx="203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[0, 1)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83D491-5CD7-42B4-7ABB-DCFEA4C0E2EF}"/>
              </a:ext>
            </a:extLst>
          </p:cNvPr>
          <p:cNvSpPr txBox="1"/>
          <p:nvPr/>
        </p:nvSpPr>
        <p:spPr>
          <a:xfrm>
            <a:off x="629183" y="1881021"/>
            <a:ext cx="10933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Заменим тип с плавающей точкой на целочисленный </a:t>
            </a:r>
            <a:r>
              <a:rPr lang="en-US" sz="2400" dirty="0"/>
              <a:t>unsigned long </a:t>
            </a:r>
            <a:r>
              <a:rPr lang="en-US" sz="2400" dirty="0" err="1"/>
              <a:t>long</a:t>
            </a:r>
            <a:r>
              <a:rPr lang="en-US" sz="2400" dirty="0"/>
              <a:t> (uint64_t)</a:t>
            </a:r>
            <a:endParaRPr lang="ru-RU" sz="2400" dirty="0"/>
          </a:p>
        </p:txBody>
      </p:sp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5C1578D9-697A-4ECB-15FE-2DFA34CEF3AD}"/>
              </a:ext>
            </a:extLst>
          </p:cNvPr>
          <p:cNvSpPr/>
          <p:nvPr/>
        </p:nvSpPr>
        <p:spPr>
          <a:xfrm>
            <a:off x="2862526" y="3556818"/>
            <a:ext cx="261257" cy="5274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00E58281-3E68-F997-339E-25A627D10657}"/>
              </a:ext>
            </a:extLst>
          </p:cNvPr>
          <p:cNvGrpSpPr/>
          <p:nvPr/>
        </p:nvGrpSpPr>
        <p:grpSpPr>
          <a:xfrm>
            <a:off x="265729" y="3969689"/>
            <a:ext cx="5714842" cy="624596"/>
            <a:chOff x="405688" y="1947542"/>
            <a:chExt cx="5714842" cy="624596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CEF17CF4-8CE6-50CF-8004-E2097EED77BE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067F8934-503C-8807-0D47-0EC16ADE92B5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90E23829-4243-AF2F-AEB8-A3B67ADFE1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0C922DCB-96FE-A4C3-3C78-748A8BDEFB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B4344F-617C-F7DB-A8FF-37404AD80ED1}"/>
                </a:ext>
              </a:extLst>
            </p:cNvPr>
            <p:cNvSpPr txBox="1"/>
            <p:nvPr/>
          </p:nvSpPr>
          <p:spPr>
            <a:xfrm>
              <a:off x="405688" y="1955871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54954B-5C02-EAEB-7E3A-1A54ACBF3F00}"/>
                </a:ext>
              </a:extLst>
            </p:cNvPr>
            <p:cNvSpPr txBox="1"/>
            <p:nvPr/>
          </p:nvSpPr>
          <p:spPr>
            <a:xfrm>
              <a:off x="5285045" y="1947542"/>
              <a:ext cx="8354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2</a:t>
              </a:r>
              <a:r>
                <a:rPr lang="en-US" sz="2000" baseline="30000" dirty="0"/>
                <a:t>64</a:t>
              </a:r>
              <a:r>
                <a:rPr lang="en-US" sz="2000" dirty="0"/>
                <a:t> - 1</a:t>
              </a:r>
              <a:endParaRPr lang="ru-RU" sz="200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11E61B3-0973-F86C-795C-83B90B569384}"/>
              </a:ext>
            </a:extLst>
          </p:cNvPr>
          <p:cNvSpPr txBox="1"/>
          <p:nvPr/>
        </p:nvSpPr>
        <p:spPr>
          <a:xfrm>
            <a:off x="2106538" y="4492866"/>
            <a:ext cx="203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[0, 2</a:t>
            </a:r>
            <a:r>
              <a:rPr lang="en-US" sz="2800" baseline="30000" dirty="0"/>
              <a:t>64</a:t>
            </a:r>
            <a:r>
              <a:rPr lang="en-US" sz="2800" dirty="0"/>
              <a:t>)</a:t>
            </a:r>
            <a:endParaRPr lang="ru-RU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66FDFB-35CF-BBBB-186E-A88416F929C4}"/>
              </a:ext>
            </a:extLst>
          </p:cNvPr>
          <p:cNvSpPr txBox="1"/>
          <p:nvPr/>
        </p:nvSpPr>
        <p:spPr>
          <a:xfrm>
            <a:off x="9567165" y="2548055"/>
            <a:ext cx="248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ПЕППЕРОНИ</a:t>
            </a:r>
            <a:endParaRPr lang="ru-RU" sz="2400" b="1" dirty="0"/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12530437-A8C8-A321-DDE8-CAC53D1CA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421535"/>
              </p:ext>
            </p:extLst>
          </p:nvPr>
        </p:nvGraphicFramePr>
        <p:xfrm>
          <a:off x="9128973" y="3333409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38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33BD5-F5BA-F83E-5245-6911825FD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Диапазонное кодирование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83D491-5CD7-42B4-7ABB-DCFEA4C0E2EF}"/>
              </a:ext>
            </a:extLst>
          </p:cNvPr>
          <p:cNvSpPr txBox="1"/>
          <p:nvPr/>
        </p:nvSpPr>
        <p:spPr>
          <a:xfrm>
            <a:off x="629183" y="1881021"/>
            <a:ext cx="10933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Заменим тип с плавающей точкой на целочисленный </a:t>
            </a:r>
            <a:r>
              <a:rPr lang="en-US" sz="2400" dirty="0"/>
              <a:t>unsigned long </a:t>
            </a:r>
            <a:r>
              <a:rPr lang="en-US" sz="2400" dirty="0" err="1"/>
              <a:t>long</a:t>
            </a:r>
            <a:r>
              <a:rPr lang="en-US" sz="2400" dirty="0"/>
              <a:t> (uint64_t)</a:t>
            </a:r>
            <a:endParaRPr lang="ru-RU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66FDFB-35CF-BBBB-186E-A88416F929C4}"/>
              </a:ext>
            </a:extLst>
          </p:cNvPr>
          <p:cNvSpPr txBox="1"/>
          <p:nvPr/>
        </p:nvSpPr>
        <p:spPr>
          <a:xfrm>
            <a:off x="9567165" y="2548055"/>
            <a:ext cx="248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ПЕППЕРОНИ</a:t>
            </a:r>
            <a:endParaRPr lang="ru-RU" sz="2400" b="1" dirty="0"/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12530437-A8C8-A321-DDE8-CAC53D1CA5DC}"/>
              </a:ext>
            </a:extLst>
          </p:cNvPr>
          <p:cNvGraphicFramePr>
            <a:graphicFrameLocks noGrp="1"/>
          </p:cNvGraphicFramePr>
          <p:nvPr/>
        </p:nvGraphicFramePr>
        <p:xfrm>
          <a:off x="9128973" y="3333409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F8448D8-6D95-3EFE-6B77-54822B193F25}"/>
              </a:ext>
            </a:extLst>
          </p:cNvPr>
          <p:cNvGrpSpPr/>
          <p:nvPr/>
        </p:nvGrpSpPr>
        <p:grpSpPr>
          <a:xfrm>
            <a:off x="363893" y="2448415"/>
            <a:ext cx="8197376" cy="779265"/>
            <a:chOff x="405688" y="2044369"/>
            <a:chExt cx="5551795" cy="527769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A4676D3E-560D-D8A6-EEF1-A06B683B8A79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6CC0A398-D048-11E3-D4F0-D24DDA052435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41AE6215-C234-867A-885B-13A7420ECA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4FBBC66D-7D12-F996-006F-A58F3758BB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44A4475-8466-88F6-952B-38DEF0A7075E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8A0E17C-3CEB-FE2B-7150-95B1B0D6174A}"/>
                </a:ext>
              </a:extLst>
            </p:cNvPr>
            <p:cNvSpPr txBox="1"/>
            <p:nvPr/>
          </p:nvSpPr>
          <p:spPr>
            <a:xfrm>
              <a:off x="5448092" y="2069206"/>
              <a:ext cx="509391" cy="2501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2</a:t>
              </a:r>
              <a:r>
                <a:rPr lang="en-US" sz="1800" kern="1200" baseline="300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64 </a:t>
              </a:r>
              <a:r>
                <a:rPr lang="en-US" sz="18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- 1</a:t>
              </a:r>
              <a:endParaRPr lang="ru-RU" sz="2000" dirty="0"/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3E3AB9D6-7F31-00B3-74EE-6663F82C1C26}"/>
              </a:ext>
            </a:extLst>
          </p:cNvPr>
          <p:cNvGrpSpPr/>
          <p:nvPr/>
        </p:nvGrpSpPr>
        <p:grpSpPr>
          <a:xfrm>
            <a:off x="3531121" y="2529103"/>
            <a:ext cx="1065128" cy="582445"/>
            <a:chOff x="1399431" y="1999991"/>
            <a:chExt cx="1065128" cy="582445"/>
          </a:xfrm>
        </p:grpSpPr>
        <p:sp>
          <p:nvSpPr>
            <p:cNvPr id="31" name="Овал 30">
              <a:extLst>
                <a:ext uri="{FF2B5EF4-FFF2-40B4-BE49-F238E27FC236}">
                  <a16:creationId xmlns:a16="http://schemas.microsoft.com/office/drawing/2014/main" id="{D8D6D5B1-3D4A-CD76-31A2-DBBC213BF2FC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6C72C31-AC81-8295-CDEB-04FBA3920821}"/>
                </a:ext>
              </a:extLst>
            </p:cNvPr>
            <p:cNvSpPr txBox="1"/>
            <p:nvPr/>
          </p:nvSpPr>
          <p:spPr>
            <a:xfrm>
              <a:off x="1399431" y="1999991"/>
              <a:ext cx="1065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2</a:t>
              </a:r>
              <a:r>
                <a:rPr lang="en-US" sz="1800" kern="1200" baseline="300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64  </a:t>
              </a:r>
              <a:r>
                <a:rPr lang="en-US" sz="18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* </a:t>
              </a:r>
              <a:r>
                <a:rPr lang="en-US" sz="1800" dirty="0"/>
                <a:t>0.5</a:t>
              </a:r>
              <a:endParaRPr lang="ru-RU" sz="1800" dirty="0"/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D7B7781E-B9C3-2389-74D8-17CAF68C7829}"/>
              </a:ext>
            </a:extLst>
          </p:cNvPr>
          <p:cNvGrpSpPr/>
          <p:nvPr/>
        </p:nvGrpSpPr>
        <p:grpSpPr>
          <a:xfrm>
            <a:off x="2053869" y="2540057"/>
            <a:ext cx="1243941" cy="571491"/>
            <a:chOff x="1308873" y="2010945"/>
            <a:chExt cx="1243941" cy="571491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C0424D0B-2401-666C-8058-9606B3F3C57E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90D2C22-56FA-4466-5C83-B1846785EAB0}"/>
                </a:ext>
              </a:extLst>
            </p:cNvPr>
            <p:cNvSpPr txBox="1"/>
            <p:nvPr/>
          </p:nvSpPr>
          <p:spPr>
            <a:xfrm>
              <a:off x="1308873" y="2010945"/>
              <a:ext cx="12439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2</a:t>
              </a:r>
              <a:r>
                <a:rPr lang="en-US" sz="2000" kern="1200" baseline="300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64  </a:t>
              </a:r>
              <a:r>
                <a:rPr lang="en-US" sz="20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* </a:t>
              </a:r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AF9236E-C3ED-A81A-1F8F-4494BBAC6C65}"/>
              </a:ext>
            </a:extLst>
          </p:cNvPr>
          <p:cNvGrpSpPr/>
          <p:nvPr/>
        </p:nvGrpSpPr>
        <p:grpSpPr>
          <a:xfrm>
            <a:off x="4441720" y="2875022"/>
            <a:ext cx="1037691" cy="833943"/>
            <a:chOff x="1424231" y="2355240"/>
            <a:chExt cx="1037691" cy="833943"/>
          </a:xfrm>
        </p:grpSpPr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A3911AE6-89C3-F608-FAFD-3467EB6267BB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EB2A4C0-6833-C4F4-534E-36AC10E01775}"/>
                </a:ext>
              </a:extLst>
            </p:cNvPr>
            <p:cNvSpPr txBox="1"/>
            <p:nvPr/>
          </p:nvSpPr>
          <p:spPr>
            <a:xfrm>
              <a:off x="1424231" y="2819851"/>
              <a:ext cx="10376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2</a:t>
              </a:r>
              <a:r>
                <a:rPr lang="en-US" sz="1800" kern="1200" baseline="300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64  </a:t>
              </a:r>
              <a:r>
                <a:rPr lang="en-US" sz="18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* </a:t>
              </a:r>
              <a:r>
                <a:rPr lang="en-US" sz="1800" dirty="0"/>
                <a:t>0.6</a:t>
              </a:r>
              <a:endParaRPr lang="ru-RU" sz="1800" dirty="0"/>
            </a:p>
          </p:txBody>
        </p:sp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CC44BF2D-9553-3F52-2B52-FFAC86D44C72}"/>
              </a:ext>
            </a:extLst>
          </p:cNvPr>
          <p:cNvGrpSpPr/>
          <p:nvPr/>
        </p:nvGrpSpPr>
        <p:grpSpPr>
          <a:xfrm>
            <a:off x="5194261" y="2531233"/>
            <a:ext cx="1132477" cy="580315"/>
            <a:chOff x="1372392" y="2002121"/>
            <a:chExt cx="1132477" cy="580315"/>
          </a:xfrm>
        </p:grpSpPr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id="{FFB0FDC3-DC7C-97B0-1575-F7958176267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C97239A-7FFC-0624-09C6-EF887D436B08}"/>
                </a:ext>
              </a:extLst>
            </p:cNvPr>
            <p:cNvSpPr txBox="1"/>
            <p:nvPr/>
          </p:nvSpPr>
          <p:spPr>
            <a:xfrm>
              <a:off x="1372392" y="2002121"/>
              <a:ext cx="11324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2</a:t>
              </a:r>
              <a:r>
                <a:rPr lang="en-US" sz="1800" kern="1200" baseline="300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64  </a:t>
              </a:r>
              <a:r>
                <a:rPr lang="en-US" sz="18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* </a:t>
              </a:r>
              <a:r>
                <a:rPr lang="en-US" dirty="0"/>
                <a:t>0.7</a:t>
              </a:r>
              <a:endParaRPr lang="ru-RU" sz="2000" dirty="0"/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83DF4916-F3F2-AA39-D758-B8B4A6E04E3E}"/>
              </a:ext>
            </a:extLst>
          </p:cNvPr>
          <p:cNvGrpSpPr/>
          <p:nvPr/>
        </p:nvGrpSpPr>
        <p:grpSpPr>
          <a:xfrm>
            <a:off x="5961355" y="2884352"/>
            <a:ext cx="1292907" cy="824613"/>
            <a:chOff x="1351564" y="2355240"/>
            <a:chExt cx="1292907" cy="824613"/>
          </a:xfrm>
        </p:grpSpPr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id="{F502B25D-1F45-942F-F3DA-4972D18FF99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B5D4C54-96FD-45ED-C38E-8038230B4332}"/>
                </a:ext>
              </a:extLst>
            </p:cNvPr>
            <p:cNvSpPr txBox="1"/>
            <p:nvPr/>
          </p:nvSpPr>
          <p:spPr>
            <a:xfrm>
              <a:off x="1351564" y="2810521"/>
              <a:ext cx="12929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2</a:t>
              </a:r>
              <a:r>
                <a:rPr lang="en-US" sz="1800" kern="1200" baseline="300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64  </a:t>
              </a:r>
              <a:r>
                <a:rPr lang="en-US" sz="18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* </a:t>
              </a:r>
              <a:r>
                <a:rPr lang="en-US" dirty="0"/>
                <a:t>0.8</a:t>
              </a:r>
              <a:endParaRPr lang="ru-RU" sz="2000" dirty="0"/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5C02E1D0-2F20-55AE-2903-CA247D2EC5B9}"/>
              </a:ext>
            </a:extLst>
          </p:cNvPr>
          <p:cNvGrpSpPr/>
          <p:nvPr/>
        </p:nvGrpSpPr>
        <p:grpSpPr>
          <a:xfrm>
            <a:off x="6808147" y="2542187"/>
            <a:ext cx="1138044" cy="569361"/>
            <a:chOff x="1383364" y="2013075"/>
            <a:chExt cx="1138044" cy="569361"/>
          </a:xfrm>
        </p:grpSpPr>
        <p:sp>
          <p:nvSpPr>
            <p:cNvPr id="46" name="Овал 45">
              <a:extLst>
                <a:ext uri="{FF2B5EF4-FFF2-40B4-BE49-F238E27FC236}">
                  <a16:creationId xmlns:a16="http://schemas.microsoft.com/office/drawing/2014/main" id="{B9A08CE7-DB92-E167-F28F-168DB61CCFC5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680ADA7-5E39-C411-ABAD-3D734EDD5867}"/>
                </a:ext>
              </a:extLst>
            </p:cNvPr>
            <p:cNvSpPr txBox="1"/>
            <p:nvPr/>
          </p:nvSpPr>
          <p:spPr>
            <a:xfrm>
              <a:off x="1383364" y="2013075"/>
              <a:ext cx="1138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2</a:t>
              </a:r>
              <a:r>
                <a:rPr lang="en-US" sz="1800" kern="1200" baseline="300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64  </a:t>
              </a:r>
              <a:r>
                <a:rPr lang="en-US" sz="1800" kern="1200" dirty="0">
                  <a:solidFill>
                    <a:srgbClr val="000000"/>
                  </a:solidFill>
                  <a:effectLst/>
                  <a:latin typeface="Gill Sans MT" panose="020B0502020104020203" pitchFamily="34" charset="0"/>
                  <a:ea typeface="+mn-ea"/>
                  <a:cs typeface="+mn-cs"/>
                </a:rPr>
                <a:t>* </a:t>
              </a:r>
              <a:r>
                <a:rPr lang="en-US" dirty="0"/>
                <a:t>0.9</a:t>
              </a:r>
              <a:endParaRPr lang="ru-RU" sz="2000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D74560D5-3A9C-7779-210F-216016B21FE8}"/>
              </a:ext>
            </a:extLst>
          </p:cNvPr>
          <p:cNvSpPr txBox="1"/>
          <p:nvPr/>
        </p:nvSpPr>
        <p:spPr>
          <a:xfrm>
            <a:off x="1317323" y="3038379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93F368-F111-AF12-D569-F9E9CA6B18A8}"/>
              </a:ext>
            </a:extLst>
          </p:cNvPr>
          <p:cNvSpPr txBox="1"/>
          <p:nvPr/>
        </p:nvSpPr>
        <p:spPr>
          <a:xfrm>
            <a:off x="3135893" y="3052561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D6BD63-70D6-1622-F3C0-50A696758460}"/>
              </a:ext>
            </a:extLst>
          </p:cNvPr>
          <p:cNvSpPr txBox="1"/>
          <p:nvPr/>
        </p:nvSpPr>
        <p:spPr>
          <a:xfrm>
            <a:off x="4273605" y="3091186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33751C-E223-24B1-152C-D6783B907E1B}"/>
              </a:ext>
            </a:extLst>
          </p:cNvPr>
          <p:cNvSpPr txBox="1"/>
          <p:nvPr/>
        </p:nvSpPr>
        <p:spPr>
          <a:xfrm>
            <a:off x="5090622" y="3093683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2F66C5-5E6B-9C1B-9CBE-88BC95E279CA}"/>
              </a:ext>
            </a:extLst>
          </p:cNvPr>
          <p:cNvSpPr txBox="1"/>
          <p:nvPr/>
        </p:nvSpPr>
        <p:spPr>
          <a:xfrm>
            <a:off x="5929680" y="3091186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507F0B-4517-2F37-37DC-CB13068021DD}"/>
              </a:ext>
            </a:extLst>
          </p:cNvPr>
          <p:cNvSpPr txBox="1"/>
          <p:nvPr/>
        </p:nvSpPr>
        <p:spPr>
          <a:xfrm>
            <a:off x="6701047" y="3094048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40792F-1F63-CE90-8A97-6F9F38811EF9}"/>
              </a:ext>
            </a:extLst>
          </p:cNvPr>
          <p:cNvSpPr txBox="1"/>
          <p:nvPr/>
        </p:nvSpPr>
        <p:spPr>
          <a:xfrm>
            <a:off x="7508257" y="3110057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CDF198-857E-3DD3-D49F-A146EDB7E172}"/>
              </a:ext>
            </a:extLst>
          </p:cNvPr>
          <p:cNvSpPr txBox="1"/>
          <p:nvPr/>
        </p:nvSpPr>
        <p:spPr>
          <a:xfrm>
            <a:off x="372266" y="4414374"/>
            <a:ext cx="4015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HI</a:t>
            </a:r>
            <a:r>
              <a:rPr lang="en-US" sz="2000" baseline="-25000" dirty="0"/>
              <a:t>S</a:t>
            </a:r>
            <a:r>
              <a:rPr lang="en-US" sz="2000" dirty="0"/>
              <a:t> = LB + PS</a:t>
            </a:r>
            <a:r>
              <a:rPr lang="en-US" sz="2000" baseline="-25000" dirty="0"/>
              <a:t>CUR</a:t>
            </a:r>
            <a:r>
              <a:rPr lang="en-US" sz="2000" dirty="0"/>
              <a:t> * (HB – LB + 1) - 1</a:t>
            </a:r>
            <a:endParaRPr lang="ru-RU" sz="2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31E082-19D0-8420-BCFC-8DAB36F03583}"/>
              </a:ext>
            </a:extLst>
          </p:cNvPr>
          <p:cNvSpPr txBox="1"/>
          <p:nvPr/>
        </p:nvSpPr>
        <p:spPr>
          <a:xfrm>
            <a:off x="372266" y="4118406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LI</a:t>
            </a:r>
            <a:r>
              <a:rPr lang="en-US" sz="2000" baseline="-25000" dirty="0"/>
              <a:t>S</a:t>
            </a:r>
            <a:r>
              <a:rPr lang="en-US" sz="2000" dirty="0"/>
              <a:t> = LB + PS</a:t>
            </a:r>
            <a:r>
              <a:rPr lang="en-US" sz="2000" baseline="-25000" dirty="0"/>
              <a:t>PREV</a:t>
            </a:r>
            <a:r>
              <a:rPr lang="en-US" sz="2000" dirty="0"/>
              <a:t> * (HB – LB + 1)</a:t>
            </a:r>
            <a:endParaRPr lang="ru-RU" sz="2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73D99B-6915-7B65-A8D6-8E39286B7868}"/>
              </a:ext>
            </a:extLst>
          </p:cNvPr>
          <p:cNvSpPr txBox="1"/>
          <p:nvPr/>
        </p:nvSpPr>
        <p:spPr>
          <a:xfrm>
            <a:off x="377457" y="4810136"/>
            <a:ext cx="672684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</a:t>
            </a:r>
            <a:r>
              <a:rPr lang="en-US" sz="2000" baseline="-25000" dirty="0"/>
              <a:t>S</a:t>
            </a:r>
            <a:r>
              <a:rPr lang="en-US" sz="2000" dirty="0"/>
              <a:t> – </a:t>
            </a:r>
            <a:r>
              <a:rPr lang="ru-RU" sz="2000" dirty="0"/>
              <a:t>Нижняя граница интервала символа</a:t>
            </a:r>
          </a:p>
          <a:p>
            <a:r>
              <a:rPr lang="en-US" sz="2000" dirty="0"/>
              <a:t>HI</a:t>
            </a:r>
            <a:r>
              <a:rPr lang="en-US" sz="2000" baseline="-25000" dirty="0"/>
              <a:t>S</a:t>
            </a:r>
            <a:r>
              <a:rPr lang="en-US" sz="2000" dirty="0"/>
              <a:t> –</a:t>
            </a:r>
            <a:r>
              <a:rPr lang="ru-RU" sz="2000" dirty="0"/>
              <a:t> Верхняя граница интервала символа</a:t>
            </a:r>
          </a:p>
          <a:p>
            <a:r>
              <a:rPr lang="en-US" sz="2000" dirty="0"/>
              <a:t>LB </a:t>
            </a:r>
            <a:r>
              <a:rPr lang="ru-RU" sz="2000" dirty="0"/>
              <a:t>– Нижняя граница рабочего интервала</a:t>
            </a:r>
          </a:p>
          <a:p>
            <a:r>
              <a:rPr lang="en-US" sz="2000" dirty="0"/>
              <a:t>HB</a:t>
            </a:r>
            <a:r>
              <a:rPr lang="ru-RU" sz="2000" dirty="0"/>
              <a:t> – Верхняя граница рабочего интервала</a:t>
            </a:r>
          </a:p>
          <a:p>
            <a:r>
              <a:rPr lang="en-US" sz="2000" dirty="0"/>
              <a:t>PS</a:t>
            </a:r>
            <a:r>
              <a:rPr lang="en-US" sz="2000" baseline="-25000" dirty="0"/>
              <a:t>PREV</a:t>
            </a:r>
            <a:r>
              <a:rPr lang="en-US" sz="2000" dirty="0"/>
              <a:t> </a:t>
            </a:r>
            <a:r>
              <a:rPr lang="ru-RU" sz="2000" dirty="0"/>
              <a:t>– Префиксная сумма частоты предыдущего символа</a:t>
            </a:r>
          </a:p>
          <a:p>
            <a:r>
              <a:rPr lang="en-US" sz="2000" dirty="0"/>
              <a:t>PS</a:t>
            </a:r>
            <a:r>
              <a:rPr lang="en-US" sz="2000" baseline="-25000" dirty="0"/>
              <a:t>CUR </a:t>
            </a:r>
            <a:r>
              <a:rPr lang="ru-RU" sz="2000" dirty="0"/>
              <a:t>– Префиксная сумма частоты текущего символа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75977C-45F2-B38F-4637-CB2BBD622B3A}"/>
              </a:ext>
            </a:extLst>
          </p:cNvPr>
          <p:cNvSpPr txBox="1"/>
          <p:nvPr/>
        </p:nvSpPr>
        <p:spPr>
          <a:xfrm>
            <a:off x="6116584" y="4158313"/>
            <a:ext cx="1704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ULP = </a:t>
            </a:r>
            <a:r>
              <a:rPr lang="en-US" sz="2800" dirty="0">
                <a:solidFill>
                  <a:srgbClr val="000000"/>
                </a:solidFill>
                <a:latin typeface="Gill Sans MT" panose="020B0502020104020203" pitchFamily="34" charset="0"/>
              </a:rPr>
              <a:t>2</a:t>
            </a:r>
            <a:r>
              <a:rPr lang="en-US" sz="2800" baseline="30000" dirty="0">
                <a:solidFill>
                  <a:srgbClr val="000000"/>
                </a:solidFill>
                <a:latin typeface="Gill Sans MT" panose="020B0502020104020203" pitchFamily="34" charset="0"/>
              </a:rPr>
              <a:t>-64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8768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57" grpId="0"/>
      <p:bldP spid="5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33BD5-F5BA-F83E-5245-6911825FD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 как с этим справляться? 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0288E774-B52F-D962-0A0D-7A72415C3F02}"/>
              </a:ext>
            </a:extLst>
          </p:cNvPr>
          <p:cNvCxnSpPr/>
          <p:nvPr/>
        </p:nvCxnSpPr>
        <p:spPr>
          <a:xfrm>
            <a:off x="6096000" y="1847461"/>
            <a:ext cx="0" cy="501053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AB65A51-7191-2818-CF4C-1CA586E87EEB}"/>
              </a:ext>
            </a:extLst>
          </p:cNvPr>
          <p:cNvSpPr txBox="1"/>
          <p:nvPr/>
        </p:nvSpPr>
        <p:spPr>
          <a:xfrm>
            <a:off x="581192" y="1847461"/>
            <a:ext cx="48222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ДИАПАЗОННОЕ КОДИРОВАНИЕ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788A59CF-9CE7-6C93-E177-CCBE27426650}"/>
              </a:ext>
            </a:extLst>
          </p:cNvPr>
          <p:cNvGrpSpPr/>
          <p:nvPr/>
        </p:nvGrpSpPr>
        <p:grpSpPr>
          <a:xfrm>
            <a:off x="265729" y="2745863"/>
            <a:ext cx="5453553" cy="683137"/>
            <a:chOff x="405688" y="1889001"/>
            <a:chExt cx="5453553" cy="683137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A3C3A918-DD75-5A08-0E40-5D49FF1AB5C2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FACF9FB5-4DB3-7155-4CBA-3517FA403022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E9235E67-F6D5-3411-283D-3FA1E7EA7C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F1C5A890-719B-7442-27BE-A54DB30B19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AA8EBC-D87D-8889-69E8-F2F2FE02800F}"/>
                </a:ext>
              </a:extLst>
            </p:cNvPr>
            <p:cNvSpPr txBox="1"/>
            <p:nvPr/>
          </p:nvSpPr>
          <p:spPr>
            <a:xfrm>
              <a:off x="405688" y="1955871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D98050-9725-2F87-86A2-D6C25B0413D0}"/>
                </a:ext>
              </a:extLst>
            </p:cNvPr>
            <p:cNvSpPr txBox="1"/>
            <p:nvPr/>
          </p:nvSpPr>
          <p:spPr>
            <a:xfrm>
              <a:off x="5546334" y="1889001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D1771F7-F912-BC49-0945-970E4001B060}"/>
              </a:ext>
            </a:extLst>
          </p:cNvPr>
          <p:cNvSpPr txBox="1"/>
          <p:nvPr/>
        </p:nvSpPr>
        <p:spPr>
          <a:xfrm>
            <a:off x="1975910" y="3362131"/>
            <a:ext cx="203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[0, 1)</a:t>
            </a:r>
            <a:endParaRPr lang="ru-RU" sz="2800" dirty="0"/>
          </a:p>
        </p:txBody>
      </p:sp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2E7A35DA-02F0-0218-BBB9-DB558D3F65C3}"/>
              </a:ext>
            </a:extLst>
          </p:cNvPr>
          <p:cNvSpPr/>
          <p:nvPr/>
        </p:nvSpPr>
        <p:spPr>
          <a:xfrm>
            <a:off x="2862526" y="3959995"/>
            <a:ext cx="261257" cy="5274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7E21216B-D83A-205C-5C2E-404B9642404A}"/>
              </a:ext>
            </a:extLst>
          </p:cNvPr>
          <p:cNvGrpSpPr/>
          <p:nvPr/>
        </p:nvGrpSpPr>
        <p:grpSpPr>
          <a:xfrm>
            <a:off x="265729" y="4372866"/>
            <a:ext cx="5714842" cy="624596"/>
            <a:chOff x="405688" y="1947542"/>
            <a:chExt cx="5714842" cy="624596"/>
          </a:xfrm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2D2269C5-57D2-7763-2C32-7F144E3AE986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697181B4-724B-8F6E-540F-17855515C784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F08FD241-EFAC-B3D4-159B-BFA0769E1C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F22E435D-89EC-1403-9085-1BB1233027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0D59E1-1EDF-B9FF-1AEC-703D5ED6685C}"/>
                </a:ext>
              </a:extLst>
            </p:cNvPr>
            <p:cNvSpPr txBox="1"/>
            <p:nvPr/>
          </p:nvSpPr>
          <p:spPr>
            <a:xfrm>
              <a:off x="405688" y="1955871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352770C-2161-B90F-B1D4-DC03A8060AF8}"/>
                </a:ext>
              </a:extLst>
            </p:cNvPr>
            <p:cNvSpPr txBox="1"/>
            <p:nvPr/>
          </p:nvSpPr>
          <p:spPr>
            <a:xfrm>
              <a:off x="5285045" y="1947542"/>
              <a:ext cx="83548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2</a:t>
              </a:r>
              <a:r>
                <a:rPr lang="en-US" sz="2000" baseline="30000" dirty="0"/>
                <a:t>64</a:t>
              </a:r>
              <a:r>
                <a:rPr lang="en-US" sz="2000" dirty="0"/>
                <a:t> - 1</a:t>
              </a:r>
              <a:endParaRPr lang="ru-RU" sz="2000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3B3049D-F25C-5497-E3BE-C3A6F8C0DFA9}"/>
              </a:ext>
            </a:extLst>
          </p:cNvPr>
          <p:cNvSpPr txBox="1"/>
          <p:nvPr/>
        </p:nvSpPr>
        <p:spPr>
          <a:xfrm>
            <a:off x="2106538" y="4896043"/>
            <a:ext cx="203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[0, 2</a:t>
            </a:r>
            <a:r>
              <a:rPr lang="en-US" sz="2800" baseline="30000" dirty="0"/>
              <a:t>64</a:t>
            </a:r>
            <a:r>
              <a:rPr lang="en-US" sz="2800" dirty="0"/>
              <a:t>)</a:t>
            </a:r>
            <a:endParaRPr lang="ru-RU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BD7D85-20DD-8A73-618F-6C51FDE5C83E}"/>
              </a:ext>
            </a:extLst>
          </p:cNvPr>
          <p:cNvSpPr txBox="1"/>
          <p:nvPr/>
        </p:nvSpPr>
        <p:spPr>
          <a:xfrm>
            <a:off x="7606151" y="1847460"/>
            <a:ext cx="2924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/>
              <a:t>БИТОВЫЕ ПОТОКИ</a:t>
            </a:r>
          </a:p>
        </p:txBody>
      </p:sp>
    </p:spTree>
    <p:extLst>
      <p:ext uri="{BB962C8B-B14F-4D97-AF65-F5344CB8AC3E}">
        <p14:creationId xmlns:p14="http://schemas.microsoft.com/office/powerpoint/2010/main" val="273219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A542B3-41D9-D929-08C8-FC014D70E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IN THE END…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F8B38B8-0094-24D8-1FCD-0212159F8FCA}"/>
              </a:ext>
            </a:extLst>
          </p:cNvPr>
          <p:cNvGrpSpPr/>
          <p:nvPr/>
        </p:nvGrpSpPr>
        <p:grpSpPr>
          <a:xfrm>
            <a:off x="220299" y="2150258"/>
            <a:ext cx="11751403" cy="683137"/>
            <a:chOff x="298943" y="1889001"/>
            <a:chExt cx="5667043" cy="683137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814584AF-3853-B924-0799-D7D349B0D468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6213ACC9-5098-92E6-CCF1-8B316E57FED7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91ABBA2-66BF-06AB-FD48-96832F44B5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4556C671-9DC8-4FC6-64F3-CC013814A0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D02BC4-EA8D-DB31-4696-4B681CA2A155}"/>
                </a:ext>
              </a:extLst>
            </p:cNvPr>
            <p:cNvSpPr txBox="1"/>
            <p:nvPr/>
          </p:nvSpPr>
          <p:spPr>
            <a:xfrm>
              <a:off x="298943" y="1889001"/>
              <a:ext cx="7963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0.0922333212</a:t>
              </a:r>
              <a:endParaRPr lang="ru-RU" sz="2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A691E4-17A0-BE7B-9E8B-FE159EF59FC7}"/>
                </a:ext>
              </a:extLst>
            </p:cNvPr>
            <p:cNvSpPr txBox="1"/>
            <p:nvPr/>
          </p:nvSpPr>
          <p:spPr>
            <a:xfrm>
              <a:off x="5231445" y="1889001"/>
              <a:ext cx="7345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0.092233334</a:t>
              </a:r>
              <a:endParaRPr lang="ru-RU" sz="2000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3CAA502-A9F3-046B-452A-CFA2115C1F71}"/>
              </a:ext>
            </a:extLst>
          </p:cNvPr>
          <p:cNvSpPr txBox="1"/>
          <p:nvPr/>
        </p:nvSpPr>
        <p:spPr>
          <a:xfrm>
            <a:off x="1512233" y="3264683"/>
            <a:ext cx="9167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0.0922333212 &lt; 0.09223333 &lt; 0.092233334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4C8486-F51F-742F-2332-B1BC520BC192}"/>
              </a:ext>
            </a:extLst>
          </p:cNvPr>
          <p:cNvSpPr txBox="1"/>
          <p:nvPr/>
        </p:nvSpPr>
        <p:spPr>
          <a:xfrm>
            <a:off x="220299" y="5105924"/>
            <a:ext cx="3134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Ответ: </a:t>
            </a:r>
            <a:r>
              <a:rPr lang="en-US" sz="2800" dirty="0"/>
              <a:t>0.09223333</a:t>
            </a:r>
            <a:r>
              <a:rPr lang="ru-RU" sz="2800" dirty="0"/>
              <a:t> </a:t>
            </a:r>
          </a:p>
        </p:txBody>
      </p:sp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291C0C63-C4E6-C2A3-3E0F-3D1CD38DC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5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503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72699-A576-6666-934A-510E3B05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ПОТОКИ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18036A4-7B24-4849-797D-E776FAB54471}"/>
              </a:ext>
            </a:extLst>
          </p:cNvPr>
          <p:cNvGrpSpPr/>
          <p:nvPr/>
        </p:nvGrpSpPr>
        <p:grpSpPr>
          <a:xfrm>
            <a:off x="220299" y="2150258"/>
            <a:ext cx="11751403" cy="683137"/>
            <a:chOff x="298943" y="1889001"/>
            <a:chExt cx="5667043" cy="683137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95880E96-E574-C07A-BBC0-7CC99603FA17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3AE596B3-0CF4-8981-DF73-27AEBA03BF49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DBB4426B-19E4-F74C-9FC2-5FCA698A37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9DB317F8-1E8F-3A6B-827B-E39CD080CD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8EEFCF-8210-935F-028C-C18FCE67EE07}"/>
                </a:ext>
              </a:extLst>
            </p:cNvPr>
            <p:cNvSpPr txBox="1"/>
            <p:nvPr/>
          </p:nvSpPr>
          <p:spPr>
            <a:xfrm>
              <a:off x="298943" y="1889001"/>
              <a:ext cx="7963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0.0922333212</a:t>
              </a:r>
              <a:endParaRPr lang="ru-RU" sz="2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84BEC0-D18C-B482-0486-98161A74C420}"/>
                </a:ext>
              </a:extLst>
            </p:cNvPr>
            <p:cNvSpPr txBox="1"/>
            <p:nvPr/>
          </p:nvSpPr>
          <p:spPr>
            <a:xfrm>
              <a:off x="5231445" y="1889001"/>
              <a:ext cx="7345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0.092233334</a:t>
              </a:r>
              <a:endParaRPr lang="ru-RU" sz="20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D9860C2-BA97-E62C-D28D-433A329577A5}"/>
              </a:ext>
            </a:extLst>
          </p:cNvPr>
          <p:cNvSpPr txBox="1"/>
          <p:nvPr/>
        </p:nvSpPr>
        <p:spPr>
          <a:xfrm>
            <a:off x="56793" y="3126183"/>
            <a:ext cx="4132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0.0922333212</a:t>
            </a:r>
            <a:r>
              <a:rPr lang="en-US" sz="2000" baseline="-25000" dirty="0"/>
              <a:t>10</a:t>
            </a:r>
            <a:r>
              <a:rPr lang="en-US" sz="2000" dirty="0"/>
              <a:t> = 0.000101 … 1010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1487A5-59B1-3AED-5245-8BDB841F208B}"/>
              </a:ext>
            </a:extLst>
          </p:cNvPr>
          <p:cNvSpPr txBox="1"/>
          <p:nvPr/>
        </p:nvSpPr>
        <p:spPr>
          <a:xfrm>
            <a:off x="56793" y="3467752"/>
            <a:ext cx="4002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0.092233334</a:t>
            </a:r>
            <a:r>
              <a:rPr lang="en-US" sz="2000" baseline="-25000" dirty="0"/>
              <a:t>10</a:t>
            </a:r>
            <a:r>
              <a:rPr lang="en-US" sz="2000" dirty="0"/>
              <a:t> = 0.000101 … 1111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</p:spTree>
    <p:extLst>
      <p:ext uri="{BB962C8B-B14F-4D97-AF65-F5344CB8AC3E}">
        <p14:creationId xmlns:p14="http://schemas.microsoft.com/office/powerpoint/2010/main" val="15864536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CEA74-91B2-F8DC-ED12-60C2807BF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encoding time!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7ACC66-09C6-BC28-69D0-E998B286091E}"/>
              </a:ext>
            </a:extLst>
          </p:cNvPr>
          <p:cNvSpPr txBox="1"/>
          <p:nvPr/>
        </p:nvSpPr>
        <p:spPr>
          <a:xfrm>
            <a:off x="9345818" y="2076910"/>
            <a:ext cx="2482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/>
              <a:t>ПЕППЕРОНИ</a:t>
            </a:r>
            <a:endParaRPr lang="ru-RU" sz="2400" b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9EC07EC-96B9-7497-7BE2-D155486310CF}"/>
              </a:ext>
            </a:extLst>
          </p:cNvPr>
          <p:cNvGraphicFramePr>
            <a:graphicFrameLocks noGrp="1"/>
          </p:cNvGraphicFramePr>
          <p:nvPr/>
        </p:nvGraphicFramePr>
        <p:xfrm>
          <a:off x="8907626" y="2862264"/>
          <a:ext cx="2920481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1">
                  <a:extLst>
                    <a:ext uri="{9D8B030D-6E8A-4147-A177-3AD203B41FA5}">
                      <a16:colId xmlns:a16="http://schemas.microsoft.com/office/drawing/2014/main" val="734989535"/>
                    </a:ext>
                  </a:extLst>
                </a:gridCol>
                <a:gridCol w="670518">
                  <a:extLst>
                    <a:ext uri="{9D8B030D-6E8A-4147-A177-3AD203B41FA5}">
                      <a16:colId xmlns:a16="http://schemas.microsoft.com/office/drawing/2014/main" val="3137886788"/>
                    </a:ext>
                  </a:extLst>
                </a:gridCol>
                <a:gridCol w="737570">
                  <a:extLst>
                    <a:ext uri="{9D8B030D-6E8A-4147-A177-3AD203B41FA5}">
                      <a16:colId xmlns:a16="http://schemas.microsoft.com/office/drawing/2014/main" val="1111765555"/>
                    </a:ext>
                  </a:extLst>
                </a:gridCol>
                <a:gridCol w="804622">
                  <a:extLst>
                    <a:ext uri="{9D8B030D-6E8A-4147-A177-3AD203B41FA5}">
                      <a16:colId xmlns:a16="http://schemas.microsoft.com/office/drawing/2014/main" val="740303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6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72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9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589259"/>
                  </a:ext>
                </a:extLst>
              </a:tr>
              <a:tr h="268550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750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7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56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l Sans MT" panose="020B0502020104020203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660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\</a:t>
                      </a: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ru-R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1</a:t>
                      </a:r>
                      <a:endParaRPr lang="ru-RU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896870"/>
                  </a:ext>
                </a:extLst>
              </a:tr>
            </a:tbl>
          </a:graphicData>
        </a:graphic>
      </p:graphicFrame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FBD7756E-0F29-FA31-8062-50230B55FAF5}"/>
              </a:ext>
            </a:extLst>
          </p:cNvPr>
          <p:cNvGrpSpPr/>
          <p:nvPr/>
        </p:nvGrpSpPr>
        <p:grpSpPr>
          <a:xfrm>
            <a:off x="363893" y="2109730"/>
            <a:ext cx="8052319" cy="789493"/>
            <a:chOff x="405688" y="2037442"/>
            <a:chExt cx="5453553" cy="534696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6BBE576B-0B4D-D448-0D07-6129126FD72B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804A38CE-B557-99D7-E377-261469DF079B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6031BEB-925D-1CA6-5162-511E1E5CFF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4871B95D-C19F-EF13-F2F1-368D764C75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0E1CE9-1D04-4CDA-2D12-1D5E1059632B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FAFDB5-6BE9-F9E0-4D73-0B26090394C1}"/>
                </a:ext>
              </a:extLst>
            </p:cNvPr>
            <p:cNvSpPr txBox="1"/>
            <p:nvPr/>
          </p:nvSpPr>
          <p:spPr>
            <a:xfrm>
              <a:off x="5546334" y="2037442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6A26C6D6-91D3-783E-8C6F-95F5B206A387}"/>
              </a:ext>
            </a:extLst>
          </p:cNvPr>
          <p:cNvGrpSpPr/>
          <p:nvPr/>
        </p:nvGrpSpPr>
        <p:grpSpPr>
          <a:xfrm>
            <a:off x="3727858" y="2194252"/>
            <a:ext cx="734206" cy="588839"/>
            <a:chOff x="1596168" y="1993597"/>
            <a:chExt cx="734206" cy="588839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DBA0626-AB53-661A-B39E-092D81503FE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EF0D0BC-C437-A83B-099D-BD8426C5E4B8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0.5</a:t>
              </a:r>
              <a:endParaRPr lang="ru-RU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346A7B6-1C8A-E433-07F5-92E9F2D22C8E}"/>
              </a:ext>
            </a:extLst>
          </p:cNvPr>
          <p:cNvSpPr txBox="1"/>
          <p:nvPr/>
        </p:nvSpPr>
        <p:spPr>
          <a:xfrm>
            <a:off x="1317323" y="2702083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A86D71-E5D6-EBB2-3B0F-807D5998E396}"/>
              </a:ext>
            </a:extLst>
          </p:cNvPr>
          <p:cNvSpPr txBox="1"/>
          <p:nvPr/>
        </p:nvSpPr>
        <p:spPr>
          <a:xfrm>
            <a:off x="3135893" y="2716265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F6A489-1E6F-F7EE-FDED-60856C4AEE0A}"/>
              </a:ext>
            </a:extLst>
          </p:cNvPr>
          <p:cNvSpPr txBox="1"/>
          <p:nvPr/>
        </p:nvSpPr>
        <p:spPr>
          <a:xfrm>
            <a:off x="4273605" y="2754890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70D511-F266-3F33-3517-FB017984510A}"/>
              </a:ext>
            </a:extLst>
          </p:cNvPr>
          <p:cNvSpPr txBox="1"/>
          <p:nvPr/>
        </p:nvSpPr>
        <p:spPr>
          <a:xfrm>
            <a:off x="5090622" y="2757387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6E8481-1769-713E-B178-5C393A4CCDB0}"/>
              </a:ext>
            </a:extLst>
          </p:cNvPr>
          <p:cNvSpPr txBox="1"/>
          <p:nvPr/>
        </p:nvSpPr>
        <p:spPr>
          <a:xfrm>
            <a:off x="5929680" y="2754890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0CF2EC-53FE-7FD7-2A51-295DD83F72DD}"/>
              </a:ext>
            </a:extLst>
          </p:cNvPr>
          <p:cNvSpPr txBox="1"/>
          <p:nvPr/>
        </p:nvSpPr>
        <p:spPr>
          <a:xfrm>
            <a:off x="6701047" y="2757752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00E372-ADDF-9BDC-7D07-52F152CBF224}"/>
              </a:ext>
            </a:extLst>
          </p:cNvPr>
          <p:cNvSpPr txBox="1"/>
          <p:nvPr/>
        </p:nvSpPr>
        <p:spPr>
          <a:xfrm>
            <a:off x="7508257" y="2773761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ADD4D3F9-1A99-ECFA-85EA-E5DBD00680E5}"/>
              </a:ext>
            </a:extLst>
          </p:cNvPr>
          <p:cNvGrpSpPr/>
          <p:nvPr/>
        </p:nvGrpSpPr>
        <p:grpSpPr>
          <a:xfrm>
            <a:off x="2341164" y="2194252"/>
            <a:ext cx="734206" cy="588839"/>
            <a:chOff x="1596168" y="1993597"/>
            <a:chExt cx="734206" cy="588839"/>
          </a:xfrm>
        </p:grpSpPr>
        <p:sp>
          <p:nvSpPr>
            <p:cNvPr id="35" name="Овал 34">
              <a:extLst>
                <a:ext uri="{FF2B5EF4-FFF2-40B4-BE49-F238E27FC236}">
                  <a16:creationId xmlns:a16="http://schemas.microsoft.com/office/drawing/2014/main" id="{2CB6FFF8-6F8A-CDFE-1AB9-328C61803741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CE467A7-48D9-0419-A4E4-A79AC018FDF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D17F2415-8BC1-F46D-FD43-41DB64B5D083}"/>
              </a:ext>
            </a:extLst>
          </p:cNvPr>
          <p:cNvGrpSpPr/>
          <p:nvPr/>
        </p:nvGrpSpPr>
        <p:grpSpPr>
          <a:xfrm>
            <a:off x="4613657" y="2184922"/>
            <a:ext cx="734206" cy="588839"/>
            <a:chOff x="1596168" y="1993597"/>
            <a:chExt cx="734206" cy="588839"/>
          </a:xfrm>
        </p:grpSpPr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EF1FFF33-5241-C364-0B82-C7F6579C7F0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2A8C64B-30FA-E0C1-D5E1-02C855EA8290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0.6</a:t>
              </a:r>
              <a:endParaRPr lang="ru-RU" sz="2000" dirty="0"/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4ACB0E1F-6842-4063-85FB-F5E22936BB9B}"/>
              </a:ext>
            </a:extLst>
          </p:cNvPr>
          <p:cNvGrpSpPr/>
          <p:nvPr/>
        </p:nvGrpSpPr>
        <p:grpSpPr>
          <a:xfrm>
            <a:off x="5418037" y="2194252"/>
            <a:ext cx="734206" cy="588839"/>
            <a:chOff x="1596168" y="1993597"/>
            <a:chExt cx="734206" cy="588839"/>
          </a:xfrm>
        </p:grpSpPr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A8D0523D-4B0C-B468-8958-AB70AB85125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7F2C2EB-3EDB-9ED2-1222-410E16CFA5E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0.7</a:t>
              </a:r>
              <a:endParaRPr lang="ru-RU" sz="2000" dirty="0"/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EEDE74DE-3D4E-AAF9-B232-A36EF0644C62}"/>
              </a:ext>
            </a:extLst>
          </p:cNvPr>
          <p:cNvGrpSpPr/>
          <p:nvPr/>
        </p:nvGrpSpPr>
        <p:grpSpPr>
          <a:xfrm>
            <a:off x="6205959" y="2194252"/>
            <a:ext cx="734206" cy="588839"/>
            <a:chOff x="1596168" y="1993597"/>
            <a:chExt cx="734206" cy="588839"/>
          </a:xfrm>
        </p:grpSpPr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34AB7F24-61F4-C778-0790-515AC0FFFE4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97A9EBF-641E-0131-8FE6-BF4EE6EC405E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0.8</a:t>
              </a:r>
              <a:endParaRPr lang="ru-RU" sz="2000" dirty="0"/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160217FB-ABCC-063E-74BC-88BBFDE60A40}"/>
              </a:ext>
            </a:extLst>
          </p:cNvPr>
          <p:cNvGrpSpPr/>
          <p:nvPr/>
        </p:nvGrpSpPr>
        <p:grpSpPr>
          <a:xfrm>
            <a:off x="7020951" y="2194252"/>
            <a:ext cx="734206" cy="588839"/>
            <a:chOff x="1596168" y="1993597"/>
            <a:chExt cx="734206" cy="588839"/>
          </a:xfrm>
        </p:grpSpPr>
        <p:sp>
          <p:nvSpPr>
            <p:cNvPr id="47" name="Овал 46">
              <a:extLst>
                <a:ext uri="{FF2B5EF4-FFF2-40B4-BE49-F238E27FC236}">
                  <a16:creationId xmlns:a16="http://schemas.microsoft.com/office/drawing/2014/main" id="{FF078778-3CE5-034B-E32D-9C4A51CAB968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50C1212-1ED8-2C8F-4AF6-04D5878A2E7B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0.9</a:t>
              </a:r>
              <a:endParaRPr lang="ru-RU" sz="2000" dirty="0"/>
            </a:p>
          </p:txBody>
        </p:sp>
      </p:grp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F460F886-124F-CB2A-CD13-BBEB7BC9CE52}"/>
              </a:ext>
            </a:extLst>
          </p:cNvPr>
          <p:cNvGrpSpPr/>
          <p:nvPr/>
        </p:nvGrpSpPr>
        <p:grpSpPr>
          <a:xfrm>
            <a:off x="363893" y="3469539"/>
            <a:ext cx="8069938" cy="789493"/>
            <a:chOff x="405688" y="2037442"/>
            <a:chExt cx="5465485" cy="534696"/>
          </a:xfrm>
        </p:grpSpPr>
        <p:grpSp>
          <p:nvGrpSpPr>
            <p:cNvPr id="50" name="Группа 49">
              <a:extLst>
                <a:ext uri="{FF2B5EF4-FFF2-40B4-BE49-F238E27FC236}">
                  <a16:creationId xmlns:a16="http://schemas.microsoft.com/office/drawing/2014/main" id="{0D2D35A7-817D-F262-8820-D7F7D8FE9F0D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53" name="Прямая соединительная линия 52">
                <a:extLst>
                  <a:ext uri="{FF2B5EF4-FFF2-40B4-BE49-F238E27FC236}">
                    <a16:creationId xmlns:a16="http://schemas.microsoft.com/office/drawing/2014/main" id="{F2953FD9-F7E8-5B0E-1B78-F5FC83CDEDE7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>
                <a:extLst>
                  <a:ext uri="{FF2B5EF4-FFF2-40B4-BE49-F238E27FC236}">
                    <a16:creationId xmlns:a16="http://schemas.microsoft.com/office/drawing/2014/main" id="{28024159-6CFB-543F-E775-FBA489AE96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Прямая соединительная линия 54">
                <a:extLst>
                  <a:ext uri="{FF2B5EF4-FFF2-40B4-BE49-F238E27FC236}">
                    <a16:creationId xmlns:a16="http://schemas.microsoft.com/office/drawing/2014/main" id="{386A4AC6-ACD8-7ADF-0211-26BA335BB4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76FEEDB-4455-387F-0CED-EF5A1D2B31DC}"/>
                </a:ext>
              </a:extLst>
            </p:cNvPr>
            <p:cNvSpPr txBox="1"/>
            <p:nvPr/>
          </p:nvSpPr>
          <p:spPr>
            <a:xfrm>
              <a:off x="405688" y="2044369"/>
              <a:ext cx="3129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25DC3F1-3754-EC39-2576-AFB17E734B1A}"/>
                </a:ext>
              </a:extLst>
            </p:cNvPr>
            <p:cNvSpPr txBox="1"/>
            <p:nvPr/>
          </p:nvSpPr>
          <p:spPr>
            <a:xfrm>
              <a:off x="5534402" y="2037442"/>
              <a:ext cx="336771" cy="2709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0.3</a:t>
              </a:r>
              <a:endParaRPr lang="ru-RU" sz="2000" dirty="0"/>
            </a:p>
          </p:txBody>
        </p: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E64BE9FE-076F-ACA8-E623-6E3A04DA447B}"/>
              </a:ext>
            </a:extLst>
          </p:cNvPr>
          <p:cNvGrpSpPr/>
          <p:nvPr/>
        </p:nvGrpSpPr>
        <p:grpSpPr>
          <a:xfrm>
            <a:off x="3727858" y="3554061"/>
            <a:ext cx="734206" cy="588839"/>
            <a:chOff x="1596168" y="1993597"/>
            <a:chExt cx="734206" cy="588839"/>
          </a:xfrm>
        </p:grpSpPr>
        <p:sp>
          <p:nvSpPr>
            <p:cNvPr id="57" name="Овал 56">
              <a:extLst>
                <a:ext uri="{FF2B5EF4-FFF2-40B4-BE49-F238E27FC236}">
                  <a16:creationId xmlns:a16="http://schemas.microsoft.com/office/drawing/2014/main" id="{E61D98F3-0005-B79C-95D0-1AA3CC5CA370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6960FA4-7B63-254A-CF44-F6B0E8C4991A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0.15</a:t>
              </a:r>
              <a:endParaRPr lang="ru-RU" sz="2000" dirty="0"/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912B2B6-5CE2-947C-3738-53CAE144D067}"/>
              </a:ext>
            </a:extLst>
          </p:cNvPr>
          <p:cNvSpPr txBox="1"/>
          <p:nvPr/>
        </p:nvSpPr>
        <p:spPr>
          <a:xfrm>
            <a:off x="1317323" y="4061892"/>
            <a:ext cx="52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172CF74-C0C6-5D09-7E65-0B89D52038E9}"/>
              </a:ext>
            </a:extLst>
          </p:cNvPr>
          <p:cNvSpPr txBox="1"/>
          <p:nvPr/>
        </p:nvSpPr>
        <p:spPr>
          <a:xfrm>
            <a:off x="3135893" y="4076074"/>
            <a:ext cx="480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Е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D516017-C6E6-DF1C-0D3E-AAAED6131502}"/>
              </a:ext>
            </a:extLst>
          </p:cNvPr>
          <p:cNvSpPr txBox="1"/>
          <p:nvPr/>
        </p:nvSpPr>
        <p:spPr>
          <a:xfrm>
            <a:off x="4273605" y="4114699"/>
            <a:ext cx="488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98BD28-BAE5-9D9E-B13B-7AAB25F8B2D1}"/>
              </a:ext>
            </a:extLst>
          </p:cNvPr>
          <p:cNvSpPr txBox="1"/>
          <p:nvPr/>
        </p:nvSpPr>
        <p:spPr>
          <a:xfrm>
            <a:off x="5090622" y="4117196"/>
            <a:ext cx="549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4814A7-AEE2-6534-D497-E711EE47C1BD}"/>
              </a:ext>
            </a:extLst>
          </p:cNvPr>
          <p:cNvSpPr txBox="1"/>
          <p:nvPr/>
        </p:nvSpPr>
        <p:spPr>
          <a:xfrm>
            <a:off x="5929680" y="4114699"/>
            <a:ext cx="525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Н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9623CB-F4E6-BA2E-AAD1-871B3C15B489}"/>
              </a:ext>
            </a:extLst>
          </p:cNvPr>
          <p:cNvSpPr txBox="1"/>
          <p:nvPr/>
        </p:nvSpPr>
        <p:spPr>
          <a:xfrm>
            <a:off x="6701047" y="4117561"/>
            <a:ext cx="53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C1ADEF-4242-012D-D4FC-5749D3D811EC}"/>
              </a:ext>
            </a:extLst>
          </p:cNvPr>
          <p:cNvSpPr txBox="1"/>
          <p:nvPr/>
        </p:nvSpPr>
        <p:spPr>
          <a:xfrm>
            <a:off x="7508257" y="4133570"/>
            <a:ext cx="568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\0</a:t>
            </a:r>
            <a:endParaRPr lang="ru-RU" sz="2000" dirty="0"/>
          </a:p>
        </p:txBody>
      </p: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21AE3FE7-3334-B7C6-0EB3-51A49E8097E2}"/>
              </a:ext>
            </a:extLst>
          </p:cNvPr>
          <p:cNvGrpSpPr/>
          <p:nvPr/>
        </p:nvGrpSpPr>
        <p:grpSpPr>
          <a:xfrm>
            <a:off x="2341164" y="3554061"/>
            <a:ext cx="734206" cy="588839"/>
            <a:chOff x="1596168" y="1993597"/>
            <a:chExt cx="734206" cy="588839"/>
          </a:xfrm>
        </p:grpSpPr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5190433F-EBA6-F10C-70B1-F221C88B15A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3CFE281-FBF9-5444-B7AA-506F49B3189B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0.09</a:t>
              </a:r>
              <a:endParaRPr lang="ru-RU" sz="2000" dirty="0"/>
            </a:p>
          </p:txBody>
        </p:sp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433BCF6C-505D-393F-DDCE-5A7DF2BBC0E0}"/>
              </a:ext>
            </a:extLst>
          </p:cNvPr>
          <p:cNvGrpSpPr/>
          <p:nvPr/>
        </p:nvGrpSpPr>
        <p:grpSpPr>
          <a:xfrm>
            <a:off x="4613657" y="3544731"/>
            <a:ext cx="734206" cy="588839"/>
            <a:chOff x="1596168" y="1993597"/>
            <a:chExt cx="734206" cy="588839"/>
          </a:xfrm>
        </p:grpSpPr>
        <p:sp>
          <p:nvSpPr>
            <p:cNvPr id="70" name="Овал 69">
              <a:extLst>
                <a:ext uri="{FF2B5EF4-FFF2-40B4-BE49-F238E27FC236}">
                  <a16:creationId xmlns:a16="http://schemas.microsoft.com/office/drawing/2014/main" id="{AA067E24-24C0-2365-E255-B1A6F1E2961A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0A08D87-5B1C-CAD1-588F-782CDD85992D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0.18</a:t>
              </a:r>
              <a:endParaRPr lang="ru-RU" sz="2000" dirty="0"/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F4D594BD-26A9-1D22-35CC-79CBC6AFF560}"/>
              </a:ext>
            </a:extLst>
          </p:cNvPr>
          <p:cNvGrpSpPr/>
          <p:nvPr/>
        </p:nvGrpSpPr>
        <p:grpSpPr>
          <a:xfrm>
            <a:off x="5418037" y="3554061"/>
            <a:ext cx="734206" cy="588839"/>
            <a:chOff x="1596168" y="1993597"/>
            <a:chExt cx="734206" cy="588839"/>
          </a:xfrm>
        </p:grpSpPr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id="{0B875BAA-3ECC-BD31-5EE7-49DCEB18135A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99D87EB-E09A-3982-6379-6BEE7BE05BFF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0.21</a:t>
              </a:r>
              <a:endParaRPr lang="ru-RU" sz="2000" dirty="0"/>
            </a:p>
          </p:txBody>
        </p:sp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80ED199E-A700-1B3F-1892-0295BA1FACC5}"/>
              </a:ext>
            </a:extLst>
          </p:cNvPr>
          <p:cNvGrpSpPr/>
          <p:nvPr/>
        </p:nvGrpSpPr>
        <p:grpSpPr>
          <a:xfrm>
            <a:off x="6205959" y="3554061"/>
            <a:ext cx="734206" cy="588839"/>
            <a:chOff x="1596168" y="1993597"/>
            <a:chExt cx="734206" cy="588839"/>
          </a:xfrm>
        </p:grpSpPr>
        <p:sp>
          <p:nvSpPr>
            <p:cNvPr id="76" name="Овал 75">
              <a:extLst>
                <a:ext uri="{FF2B5EF4-FFF2-40B4-BE49-F238E27FC236}">
                  <a16:creationId xmlns:a16="http://schemas.microsoft.com/office/drawing/2014/main" id="{135AC4C4-5782-D2EE-6D60-3DE896C6A214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2F5EDEF-7B2E-C4DF-07CC-8E076261E13C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0.24</a:t>
              </a:r>
              <a:endParaRPr lang="ru-RU" sz="2000" dirty="0"/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F940AA64-8C6F-E510-A665-EDC0AAA85F3B}"/>
              </a:ext>
            </a:extLst>
          </p:cNvPr>
          <p:cNvGrpSpPr/>
          <p:nvPr/>
        </p:nvGrpSpPr>
        <p:grpSpPr>
          <a:xfrm>
            <a:off x="7020951" y="3554061"/>
            <a:ext cx="734206" cy="588839"/>
            <a:chOff x="1596168" y="1993597"/>
            <a:chExt cx="734206" cy="588839"/>
          </a:xfrm>
        </p:grpSpPr>
        <p:sp>
          <p:nvSpPr>
            <p:cNvPr id="79" name="Овал 78">
              <a:extLst>
                <a:ext uri="{FF2B5EF4-FFF2-40B4-BE49-F238E27FC236}">
                  <a16:creationId xmlns:a16="http://schemas.microsoft.com/office/drawing/2014/main" id="{FE66709A-0622-F563-E249-672A41155682}"/>
                </a:ext>
              </a:extLst>
            </p:cNvPr>
            <p:cNvSpPr/>
            <p:nvPr/>
          </p:nvSpPr>
          <p:spPr>
            <a:xfrm>
              <a:off x="1829479" y="2355240"/>
              <a:ext cx="227196" cy="227196"/>
            </a:xfrm>
            <a:prstGeom prst="ellipse">
              <a:avLst/>
            </a:prstGeom>
            <a:solidFill>
              <a:srgbClr val="FF0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054E461-5A3C-4AED-0C28-3343F4416A80}"/>
                </a:ext>
              </a:extLst>
            </p:cNvPr>
            <p:cNvSpPr txBox="1"/>
            <p:nvPr/>
          </p:nvSpPr>
          <p:spPr>
            <a:xfrm>
              <a:off x="1596168" y="1993597"/>
              <a:ext cx="734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0.27</a:t>
              </a:r>
              <a:endParaRPr lang="ru-RU" sz="2000" dirty="0"/>
            </a:p>
          </p:txBody>
        </p:sp>
      </p:grpSp>
      <p:sp>
        <p:nvSpPr>
          <p:cNvPr id="32" name="Стрелка: вниз 31">
            <a:extLst>
              <a:ext uri="{FF2B5EF4-FFF2-40B4-BE49-F238E27FC236}">
                <a16:creationId xmlns:a16="http://schemas.microsoft.com/office/drawing/2014/main" id="{00CCBC13-C590-56EB-7576-FB7C4AAF6998}"/>
              </a:ext>
            </a:extLst>
          </p:cNvPr>
          <p:cNvSpPr/>
          <p:nvPr/>
        </p:nvSpPr>
        <p:spPr>
          <a:xfrm>
            <a:off x="9601200" y="1911395"/>
            <a:ext cx="121920" cy="2735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2E22795D-465F-BEBA-8A05-F96622F0D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5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091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72699-A576-6666-934A-510E3B05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ПОТОКИ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18036A4-7B24-4849-797D-E776FAB54471}"/>
              </a:ext>
            </a:extLst>
          </p:cNvPr>
          <p:cNvGrpSpPr/>
          <p:nvPr/>
        </p:nvGrpSpPr>
        <p:grpSpPr>
          <a:xfrm>
            <a:off x="220299" y="2150258"/>
            <a:ext cx="11751403" cy="683137"/>
            <a:chOff x="298943" y="1889001"/>
            <a:chExt cx="5667043" cy="683137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95880E96-E574-C07A-BBC0-7CC99603FA17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3AE596B3-0CF4-8981-DF73-27AEBA03BF49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DBB4426B-19E4-F74C-9FC2-5FCA698A37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9DB317F8-1E8F-3A6B-827B-E39CD080CD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8EEFCF-8210-935F-028C-C18FCE67EE07}"/>
                </a:ext>
              </a:extLst>
            </p:cNvPr>
            <p:cNvSpPr txBox="1"/>
            <p:nvPr/>
          </p:nvSpPr>
          <p:spPr>
            <a:xfrm>
              <a:off x="298943" y="1889001"/>
              <a:ext cx="7963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0.0922333212</a:t>
              </a:r>
              <a:endParaRPr lang="ru-RU" sz="2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84BEC0-D18C-B482-0486-98161A74C420}"/>
                </a:ext>
              </a:extLst>
            </p:cNvPr>
            <p:cNvSpPr txBox="1"/>
            <p:nvPr/>
          </p:nvSpPr>
          <p:spPr>
            <a:xfrm>
              <a:off x="5231445" y="1889001"/>
              <a:ext cx="7345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0.092233334</a:t>
              </a:r>
              <a:endParaRPr lang="ru-RU" sz="20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D9860C2-BA97-E62C-D28D-433A329577A5}"/>
              </a:ext>
            </a:extLst>
          </p:cNvPr>
          <p:cNvSpPr txBox="1"/>
          <p:nvPr/>
        </p:nvSpPr>
        <p:spPr>
          <a:xfrm>
            <a:off x="56793" y="3126183"/>
            <a:ext cx="41328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0.0922333212</a:t>
            </a:r>
            <a:r>
              <a:rPr lang="en-US" sz="2000" baseline="-25000" dirty="0"/>
              <a:t>10</a:t>
            </a:r>
            <a:r>
              <a:rPr lang="en-US" sz="2000" dirty="0"/>
              <a:t> = 0.000101 … 1010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1487A5-59B1-3AED-5245-8BDB841F208B}"/>
              </a:ext>
            </a:extLst>
          </p:cNvPr>
          <p:cNvSpPr txBox="1"/>
          <p:nvPr/>
        </p:nvSpPr>
        <p:spPr>
          <a:xfrm>
            <a:off x="56793" y="3467752"/>
            <a:ext cx="4002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0.092233334</a:t>
            </a:r>
            <a:r>
              <a:rPr lang="en-US" sz="2000" baseline="-25000" dirty="0"/>
              <a:t>10</a:t>
            </a:r>
            <a:r>
              <a:rPr lang="en-US" sz="2000" dirty="0"/>
              <a:t> = 0.000101 … 1111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88FAA-71DC-17CF-EABD-5722154BF167}"/>
              </a:ext>
            </a:extLst>
          </p:cNvPr>
          <p:cNvSpPr txBox="1"/>
          <p:nvPr/>
        </p:nvSpPr>
        <p:spPr>
          <a:xfrm>
            <a:off x="8875959" y="3087431"/>
            <a:ext cx="15985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</a:t>
            </a:r>
            <a:r>
              <a:rPr lang="en-US" sz="2000" baseline="-25000" dirty="0"/>
              <a:t>10</a:t>
            </a:r>
            <a:r>
              <a:rPr lang="en-US" sz="2000" dirty="0"/>
              <a:t> = 0.000…</a:t>
            </a:r>
            <a:endParaRPr lang="ru-RU" sz="2000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96661F-F177-54BF-B161-3C7EECAF0C8D}"/>
              </a:ext>
            </a:extLst>
          </p:cNvPr>
          <p:cNvSpPr txBox="1"/>
          <p:nvPr/>
        </p:nvSpPr>
        <p:spPr>
          <a:xfrm>
            <a:off x="7608785" y="3429000"/>
            <a:ext cx="40020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0. 3</a:t>
            </a:r>
            <a:r>
              <a:rPr lang="en-US" sz="2000" baseline="-25000" dirty="0"/>
              <a:t>10</a:t>
            </a:r>
            <a:r>
              <a:rPr lang="en-US" sz="2000" dirty="0"/>
              <a:t> = 0.010…</a:t>
            </a:r>
            <a:endParaRPr lang="ru-RU" sz="2000" baseline="-250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6C61E40-1C22-2207-CBD0-7941C8B6ED60}"/>
              </a:ext>
            </a:extLst>
          </p:cNvPr>
          <p:cNvSpPr/>
          <p:nvPr/>
        </p:nvSpPr>
        <p:spPr>
          <a:xfrm>
            <a:off x="593281" y="4102110"/>
            <a:ext cx="373225" cy="373225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052701B-A42C-779A-8B82-B9744D16F9C7}"/>
              </a:ext>
            </a:extLst>
          </p:cNvPr>
          <p:cNvSpPr/>
          <p:nvPr/>
        </p:nvSpPr>
        <p:spPr>
          <a:xfrm>
            <a:off x="966506" y="4102109"/>
            <a:ext cx="373225" cy="373225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09AA7EC-4F59-602A-F51D-FA0D941E29C2}"/>
              </a:ext>
            </a:extLst>
          </p:cNvPr>
          <p:cNvSpPr/>
          <p:nvPr/>
        </p:nvSpPr>
        <p:spPr>
          <a:xfrm>
            <a:off x="1339731" y="4102108"/>
            <a:ext cx="373225" cy="373225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7B8502-A284-48BA-0E46-F1F8B842FCE3}"/>
              </a:ext>
            </a:extLst>
          </p:cNvPr>
          <p:cNvSpPr/>
          <p:nvPr/>
        </p:nvSpPr>
        <p:spPr>
          <a:xfrm>
            <a:off x="1712956" y="4102109"/>
            <a:ext cx="373225" cy="373225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63887CF-C7BB-D8E6-0155-786B34E337AF}"/>
              </a:ext>
            </a:extLst>
          </p:cNvPr>
          <p:cNvSpPr/>
          <p:nvPr/>
        </p:nvSpPr>
        <p:spPr>
          <a:xfrm>
            <a:off x="2086181" y="4102108"/>
            <a:ext cx="373225" cy="373225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DCE1D5-6885-A9A9-760D-929880AF520B}"/>
              </a:ext>
            </a:extLst>
          </p:cNvPr>
          <p:cNvSpPr txBox="1"/>
          <p:nvPr/>
        </p:nvSpPr>
        <p:spPr>
          <a:xfrm>
            <a:off x="629332" y="44753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179B61-BDCB-B971-DEFE-4CCE90FC3EE2}"/>
              </a:ext>
            </a:extLst>
          </p:cNvPr>
          <p:cNvSpPr txBox="1"/>
          <p:nvPr/>
        </p:nvSpPr>
        <p:spPr>
          <a:xfrm>
            <a:off x="1320085" y="4475333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22A545-784D-80B1-9748-B2144708E96E}"/>
              </a:ext>
            </a:extLst>
          </p:cNvPr>
          <p:cNvSpPr txBox="1"/>
          <p:nvPr/>
        </p:nvSpPr>
        <p:spPr>
          <a:xfrm>
            <a:off x="1693310" y="4475333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BF3A35-FB0B-B4EF-7FDF-A8ABD8763598}"/>
              </a:ext>
            </a:extLst>
          </p:cNvPr>
          <p:cNvSpPr txBox="1"/>
          <p:nvPr/>
        </p:nvSpPr>
        <p:spPr>
          <a:xfrm>
            <a:off x="2085082" y="4475333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-3</a:t>
            </a:r>
            <a:endParaRPr lang="ru-RU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8EF9199-E80A-6E64-E570-DF3304EB2B7D}"/>
              </a:ext>
            </a:extLst>
          </p:cNvPr>
          <p:cNvSpPr/>
          <p:nvPr/>
        </p:nvSpPr>
        <p:spPr>
          <a:xfrm>
            <a:off x="220299" y="4102108"/>
            <a:ext cx="373225" cy="373225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C2A9AB-A17E-2B27-717F-D3197EA16711}"/>
              </a:ext>
            </a:extLst>
          </p:cNvPr>
          <p:cNvSpPr txBox="1"/>
          <p:nvPr/>
        </p:nvSpPr>
        <p:spPr>
          <a:xfrm>
            <a:off x="246789" y="44753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E292FE-AE2D-8C08-4951-989AA487A873}"/>
              </a:ext>
            </a:extLst>
          </p:cNvPr>
          <p:cNvSpPr txBox="1"/>
          <p:nvPr/>
        </p:nvSpPr>
        <p:spPr>
          <a:xfrm>
            <a:off x="248854" y="5462363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-1</a:t>
            </a:r>
            <a:r>
              <a:rPr lang="en-US" dirty="0"/>
              <a:t>=0.5</a:t>
            </a:r>
            <a:endParaRPr lang="ru-RU" baseline="30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6035A1-E1EF-637E-8637-556450402517}"/>
              </a:ext>
            </a:extLst>
          </p:cNvPr>
          <p:cNvSpPr txBox="1"/>
          <p:nvPr/>
        </p:nvSpPr>
        <p:spPr>
          <a:xfrm>
            <a:off x="248853" y="5159374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0</a:t>
            </a:r>
            <a:r>
              <a:rPr lang="en-US" dirty="0"/>
              <a:t>=1</a:t>
            </a:r>
            <a:endParaRPr lang="ru-RU" baseline="30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4ABA22-743F-B7AA-B18C-35140E185A2D}"/>
              </a:ext>
            </a:extLst>
          </p:cNvPr>
          <p:cNvSpPr txBox="1"/>
          <p:nvPr/>
        </p:nvSpPr>
        <p:spPr>
          <a:xfrm>
            <a:off x="248852" y="4856385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1</a:t>
            </a:r>
            <a:r>
              <a:rPr lang="en-US" dirty="0"/>
              <a:t>=2</a:t>
            </a:r>
            <a:endParaRPr lang="ru-RU" baseline="30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0EB73-5CA6-6505-52DD-78A63E67A01F}"/>
              </a:ext>
            </a:extLst>
          </p:cNvPr>
          <p:cNvSpPr txBox="1"/>
          <p:nvPr/>
        </p:nvSpPr>
        <p:spPr>
          <a:xfrm>
            <a:off x="248854" y="5765352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-2</a:t>
            </a:r>
            <a:r>
              <a:rPr lang="en-US" dirty="0"/>
              <a:t>=0.25</a:t>
            </a:r>
            <a:endParaRPr lang="ru-RU" baseline="30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D35E58-F1C7-95F1-A862-A19E1ACCCA01}"/>
              </a:ext>
            </a:extLst>
          </p:cNvPr>
          <p:cNvSpPr txBox="1"/>
          <p:nvPr/>
        </p:nvSpPr>
        <p:spPr>
          <a:xfrm>
            <a:off x="289452" y="6080061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-3</a:t>
            </a:r>
            <a:r>
              <a:rPr lang="en-US" dirty="0"/>
              <a:t>=0.125</a:t>
            </a:r>
            <a:endParaRPr lang="ru-RU" baseline="30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2DD166-62BE-C239-4C94-B8EE6A727785}"/>
              </a:ext>
            </a:extLst>
          </p:cNvPr>
          <p:cNvSpPr txBox="1"/>
          <p:nvPr/>
        </p:nvSpPr>
        <p:spPr>
          <a:xfrm>
            <a:off x="289452" y="639477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ru-RU" baseline="30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44E8F5-8743-6E73-BBC6-2AE7004DC168}"/>
              </a:ext>
            </a:extLst>
          </p:cNvPr>
          <p:cNvSpPr txBox="1"/>
          <p:nvPr/>
        </p:nvSpPr>
        <p:spPr>
          <a:xfrm>
            <a:off x="2417133" y="42204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  <a:endParaRPr lang="ru-RU" baseline="30000" dirty="0"/>
          </a:p>
        </p:txBody>
      </p:sp>
    </p:spTree>
    <p:extLst>
      <p:ext uri="{BB962C8B-B14F-4D97-AF65-F5344CB8AC3E}">
        <p14:creationId xmlns:p14="http://schemas.microsoft.com/office/powerpoint/2010/main" val="133521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  <p:bldP spid="23" grpId="0" animBg="1"/>
      <p:bldP spid="24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72699-A576-6666-934A-510E3B05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ПОТОКИ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18036A4-7B24-4849-797D-E776FAB54471}"/>
              </a:ext>
            </a:extLst>
          </p:cNvPr>
          <p:cNvGrpSpPr/>
          <p:nvPr/>
        </p:nvGrpSpPr>
        <p:grpSpPr>
          <a:xfrm>
            <a:off x="609625" y="2145144"/>
            <a:ext cx="10952183" cy="688251"/>
            <a:chOff x="486693" y="1883887"/>
            <a:chExt cx="5281624" cy="68825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95880E96-E574-C07A-BBC0-7CC99603FA17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3AE596B3-0CF4-8981-DF73-27AEBA03BF49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DBB4426B-19E4-F74C-9FC2-5FCA698A37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9DB317F8-1E8F-3A6B-827B-E39CD080CD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8EEFCF-8210-935F-028C-C18FCE67EE07}"/>
                </a:ext>
              </a:extLst>
            </p:cNvPr>
            <p:cNvSpPr txBox="1"/>
            <p:nvPr/>
          </p:nvSpPr>
          <p:spPr>
            <a:xfrm>
              <a:off x="486693" y="1883887"/>
              <a:ext cx="1508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84BEC0-D18C-B482-0486-98161A74C420}"/>
                </a:ext>
              </a:extLst>
            </p:cNvPr>
            <p:cNvSpPr txBox="1"/>
            <p:nvPr/>
          </p:nvSpPr>
          <p:spPr>
            <a:xfrm>
              <a:off x="5617420" y="1883887"/>
              <a:ext cx="1508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9F758EB4-F60D-34C3-E424-3B6300BE3DE8}"/>
              </a:ext>
            </a:extLst>
          </p:cNvPr>
          <p:cNvCxnSpPr>
            <a:cxnSpLocks/>
          </p:cNvCxnSpPr>
          <p:nvPr/>
        </p:nvCxnSpPr>
        <p:spPr>
          <a:xfrm flipV="1">
            <a:off x="1973927" y="2545254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E92D610A-A01B-830B-E3D3-4C49A785B354}"/>
              </a:ext>
            </a:extLst>
          </p:cNvPr>
          <p:cNvCxnSpPr>
            <a:cxnSpLocks/>
          </p:cNvCxnSpPr>
          <p:nvPr/>
        </p:nvCxnSpPr>
        <p:spPr>
          <a:xfrm flipV="1">
            <a:off x="4000847" y="2535144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16EF37B-50D9-0A52-3D59-B565B23DA36C}"/>
              </a:ext>
            </a:extLst>
          </p:cNvPr>
          <p:cNvSpPr txBox="1"/>
          <p:nvPr/>
        </p:nvSpPr>
        <p:spPr>
          <a:xfrm>
            <a:off x="1597061" y="3050331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0.125</a:t>
            </a:r>
            <a:endParaRPr lang="ru-RU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3B8DB5-CC88-D95D-426D-4F5AF95CD8DE}"/>
              </a:ext>
            </a:extLst>
          </p:cNvPr>
          <p:cNvSpPr txBox="1"/>
          <p:nvPr/>
        </p:nvSpPr>
        <p:spPr>
          <a:xfrm>
            <a:off x="3623981" y="3060441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0.375</a:t>
            </a:r>
            <a:endParaRPr lang="ru-RU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B72CB7-2E2C-D7DD-D849-A49D26AE19D4}"/>
              </a:ext>
            </a:extLst>
          </p:cNvPr>
          <p:cNvSpPr txBox="1"/>
          <p:nvPr/>
        </p:nvSpPr>
        <p:spPr>
          <a:xfrm>
            <a:off x="412442" y="3571068"/>
            <a:ext cx="1970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0.125</a:t>
            </a:r>
            <a:r>
              <a:rPr lang="en-US" sz="2000" baseline="-25000" dirty="0"/>
              <a:t>10</a:t>
            </a:r>
            <a:r>
              <a:rPr lang="en-US" sz="2000" dirty="0"/>
              <a:t> = 0.001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A96DB-3F61-7DBB-EECD-04F52CD26364}"/>
              </a:ext>
            </a:extLst>
          </p:cNvPr>
          <p:cNvSpPr txBox="1"/>
          <p:nvPr/>
        </p:nvSpPr>
        <p:spPr>
          <a:xfrm>
            <a:off x="374014" y="3912637"/>
            <a:ext cx="2008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0.375</a:t>
            </a:r>
            <a:r>
              <a:rPr lang="en-US" sz="2000" baseline="-25000" dirty="0"/>
              <a:t>10</a:t>
            </a:r>
            <a:r>
              <a:rPr lang="en-US" sz="2000" dirty="0"/>
              <a:t> = 0.011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4FF87EA5-F258-C016-B3D9-4CD7FF0FFF06}"/>
              </a:ext>
            </a:extLst>
          </p:cNvPr>
          <p:cNvCxnSpPr>
            <a:cxnSpLocks/>
          </p:cNvCxnSpPr>
          <p:nvPr/>
        </p:nvCxnSpPr>
        <p:spPr>
          <a:xfrm flipV="1">
            <a:off x="8191827" y="2545254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DAA6BD44-E03B-BD28-8F3C-8914DF2FF415}"/>
              </a:ext>
            </a:extLst>
          </p:cNvPr>
          <p:cNvCxnSpPr>
            <a:cxnSpLocks/>
          </p:cNvCxnSpPr>
          <p:nvPr/>
        </p:nvCxnSpPr>
        <p:spPr>
          <a:xfrm flipV="1">
            <a:off x="10218747" y="2535144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480DD8C-14BE-D6EE-1B64-6C10248AA70D}"/>
              </a:ext>
            </a:extLst>
          </p:cNvPr>
          <p:cNvSpPr txBox="1"/>
          <p:nvPr/>
        </p:nvSpPr>
        <p:spPr>
          <a:xfrm>
            <a:off x="7814961" y="3050331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0.625</a:t>
            </a:r>
            <a:endParaRPr lang="ru-RU" sz="2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D22E59-9622-A611-A615-C98710D85179}"/>
              </a:ext>
            </a:extLst>
          </p:cNvPr>
          <p:cNvSpPr txBox="1"/>
          <p:nvPr/>
        </p:nvSpPr>
        <p:spPr>
          <a:xfrm>
            <a:off x="9841881" y="3060441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0.875</a:t>
            </a:r>
            <a:endParaRPr lang="ru-RU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0834BB-EF49-6B76-C4F0-CAB6B3E5624B}"/>
              </a:ext>
            </a:extLst>
          </p:cNvPr>
          <p:cNvSpPr txBox="1"/>
          <p:nvPr/>
        </p:nvSpPr>
        <p:spPr>
          <a:xfrm>
            <a:off x="9278682" y="3571068"/>
            <a:ext cx="1970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0.625</a:t>
            </a:r>
            <a:r>
              <a:rPr lang="en-US" sz="2000" baseline="-25000" dirty="0"/>
              <a:t>10</a:t>
            </a:r>
            <a:r>
              <a:rPr lang="en-US" sz="2000" dirty="0"/>
              <a:t> = 0.101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949A31-1AB4-3F73-C990-CB027833C3D7}"/>
              </a:ext>
            </a:extLst>
          </p:cNvPr>
          <p:cNvSpPr txBox="1"/>
          <p:nvPr/>
        </p:nvSpPr>
        <p:spPr>
          <a:xfrm>
            <a:off x="9240254" y="3912637"/>
            <a:ext cx="2008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0.875</a:t>
            </a:r>
            <a:r>
              <a:rPr lang="en-US" sz="2000" baseline="-25000" dirty="0"/>
              <a:t>10</a:t>
            </a:r>
            <a:r>
              <a:rPr lang="en-US" sz="2000" dirty="0"/>
              <a:t> = 0.111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5BB21F82-5C4E-D4BC-8436-6B92B3A9DA33}"/>
              </a:ext>
            </a:extLst>
          </p:cNvPr>
          <p:cNvGrpSpPr/>
          <p:nvPr/>
        </p:nvGrpSpPr>
        <p:grpSpPr>
          <a:xfrm>
            <a:off x="374016" y="4400366"/>
            <a:ext cx="5569254" cy="688251"/>
            <a:chOff x="486693" y="1883887"/>
            <a:chExt cx="5435669" cy="688251"/>
          </a:xfrm>
        </p:grpSpPr>
        <p:grpSp>
          <p:nvGrpSpPr>
            <p:cNvPr id="48" name="Группа 47">
              <a:extLst>
                <a:ext uri="{FF2B5EF4-FFF2-40B4-BE49-F238E27FC236}">
                  <a16:creationId xmlns:a16="http://schemas.microsoft.com/office/drawing/2014/main" id="{32130CC5-1B16-768A-31B9-F7BB25D7804C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51" name="Прямая соединительная линия 50">
                <a:extLst>
                  <a:ext uri="{FF2B5EF4-FFF2-40B4-BE49-F238E27FC236}">
                    <a16:creationId xmlns:a16="http://schemas.microsoft.com/office/drawing/2014/main" id="{D4607C84-2819-1111-D86D-30276BFEE6E2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Прямая соединительная линия 51">
                <a:extLst>
                  <a:ext uri="{FF2B5EF4-FFF2-40B4-BE49-F238E27FC236}">
                    <a16:creationId xmlns:a16="http://schemas.microsoft.com/office/drawing/2014/main" id="{83036DBC-8B29-3F83-29F5-86EE135123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Прямая соединительная линия 52">
                <a:extLst>
                  <a:ext uri="{FF2B5EF4-FFF2-40B4-BE49-F238E27FC236}">
                    <a16:creationId xmlns:a16="http://schemas.microsoft.com/office/drawing/2014/main" id="{B1F9D7E5-0553-5BB3-3157-9A55FC6490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D1FF133-CB92-1707-42D6-3A88439FB648}"/>
                </a:ext>
              </a:extLst>
            </p:cNvPr>
            <p:cNvSpPr txBox="1"/>
            <p:nvPr/>
          </p:nvSpPr>
          <p:spPr>
            <a:xfrm>
              <a:off x="486693" y="1883887"/>
              <a:ext cx="1508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2300946-6EEE-F15A-4774-033CAC43C4A2}"/>
                </a:ext>
              </a:extLst>
            </p:cNvPr>
            <p:cNvSpPr txBox="1"/>
            <p:nvPr/>
          </p:nvSpPr>
          <p:spPr>
            <a:xfrm>
              <a:off x="5463378" y="1883887"/>
              <a:ext cx="4589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0.5</a:t>
              </a:r>
              <a:endParaRPr lang="ru-RU" sz="2000" dirty="0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4FBF91C0-8E5C-C426-92D4-0337AA88773C}"/>
              </a:ext>
            </a:extLst>
          </p:cNvPr>
          <p:cNvGrpSpPr/>
          <p:nvPr/>
        </p:nvGrpSpPr>
        <p:grpSpPr>
          <a:xfrm>
            <a:off x="6248732" y="4400690"/>
            <a:ext cx="5855714" cy="688251"/>
            <a:chOff x="332650" y="1883887"/>
            <a:chExt cx="5507366" cy="688251"/>
          </a:xfrm>
        </p:grpSpPr>
        <p:grpSp>
          <p:nvGrpSpPr>
            <p:cNvPr id="55" name="Группа 54">
              <a:extLst>
                <a:ext uri="{FF2B5EF4-FFF2-40B4-BE49-F238E27FC236}">
                  <a16:creationId xmlns:a16="http://schemas.microsoft.com/office/drawing/2014/main" id="{257A5AE8-B599-A501-DE94-6721F61B361E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58" name="Прямая соединительная линия 57">
                <a:extLst>
                  <a:ext uri="{FF2B5EF4-FFF2-40B4-BE49-F238E27FC236}">
                    <a16:creationId xmlns:a16="http://schemas.microsoft.com/office/drawing/2014/main" id="{6FB21A23-DE3E-72E4-7A96-09FBFA2E2CAB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Прямая соединительная линия 58">
                <a:extLst>
                  <a:ext uri="{FF2B5EF4-FFF2-40B4-BE49-F238E27FC236}">
                    <a16:creationId xmlns:a16="http://schemas.microsoft.com/office/drawing/2014/main" id="{EB3AF602-BE75-AF88-902A-D91ADED16F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Прямая соединительная линия 59">
                <a:extLst>
                  <a:ext uri="{FF2B5EF4-FFF2-40B4-BE49-F238E27FC236}">
                    <a16:creationId xmlns:a16="http://schemas.microsoft.com/office/drawing/2014/main" id="{0E4D5A9B-C928-C4B7-E7A7-F52E12C913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B16F706-DDFC-EB97-4EDA-77BDF25BDD54}"/>
                </a:ext>
              </a:extLst>
            </p:cNvPr>
            <p:cNvSpPr txBox="1"/>
            <p:nvPr/>
          </p:nvSpPr>
          <p:spPr>
            <a:xfrm>
              <a:off x="332650" y="1883887"/>
              <a:ext cx="4589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0.5</a:t>
              </a:r>
              <a:endParaRPr lang="ru-RU" sz="20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1805033-CDA8-66F3-08D6-6C0B883CADFB}"/>
                </a:ext>
              </a:extLst>
            </p:cNvPr>
            <p:cNvSpPr txBox="1"/>
            <p:nvPr/>
          </p:nvSpPr>
          <p:spPr>
            <a:xfrm>
              <a:off x="5545724" y="1883887"/>
              <a:ext cx="29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6AF1AE8F-54F0-F162-2111-C4F6C59F9407}"/>
              </a:ext>
            </a:extLst>
          </p:cNvPr>
          <p:cNvCxnSpPr>
            <a:cxnSpLocks/>
          </p:cNvCxnSpPr>
          <p:nvPr/>
        </p:nvCxnSpPr>
        <p:spPr>
          <a:xfrm flipV="1">
            <a:off x="8191827" y="4828370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70377F11-AE67-0151-33FE-BD9BD714979F}"/>
              </a:ext>
            </a:extLst>
          </p:cNvPr>
          <p:cNvCxnSpPr>
            <a:cxnSpLocks/>
          </p:cNvCxnSpPr>
          <p:nvPr/>
        </p:nvCxnSpPr>
        <p:spPr>
          <a:xfrm flipV="1">
            <a:off x="10218747" y="4818260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E2D85B0-0B64-D612-9237-07362EFB8E6A}"/>
              </a:ext>
            </a:extLst>
          </p:cNvPr>
          <p:cNvSpPr txBox="1"/>
          <p:nvPr/>
        </p:nvSpPr>
        <p:spPr>
          <a:xfrm>
            <a:off x="7814961" y="5333447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0.625</a:t>
            </a:r>
            <a:endParaRPr lang="ru-RU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121D8F-C1A6-8818-5FBC-A1619C891CC0}"/>
              </a:ext>
            </a:extLst>
          </p:cNvPr>
          <p:cNvSpPr txBox="1"/>
          <p:nvPr/>
        </p:nvSpPr>
        <p:spPr>
          <a:xfrm>
            <a:off x="9841881" y="5343557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0.875</a:t>
            </a:r>
            <a:endParaRPr lang="ru-RU" sz="2000" dirty="0"/>
          </a:p>
        </p:txBody>
      </p:sp>
      <p:cxnSp>
        <p:nvCxnSpPr>
          <p:cNvPr id="69" name="Прямая соединительная линия 68">
            <a:extLst>
              <a:ext uri="{FF2B5EF4-FFF2-40B4-BE49-F238E27FC236}">
                <a16:creationId xmlns:a16="http://schemas.microsoft.com/office/drawing/2014/main" id="{7E4DA056-CBB1-48B2-9B4B-4D52F8231F7F}"/>
              </a:ext>
            </a:extLst>
          </p:cNvPr>
          <p:cNvCxnSpPr>
            <a:cxnSpLocks/>
          </p:cNvCxnSpPr>
          <p:nvPr/>
        </p:nvCxnSpPr>
        <p:spPr>
          <a:xfrm flipV="1">
            <a:off x="1973927" y="4752598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DBEAC317-9B8F-B6CC-9A98-952CA8F77546}"/>
              </a:ext>
            </a:extLst>
          </p:cNvPr>
          <p:cNvCxnSpPr>
            <a:cxnSpLocks/>
          </p:cNvCxnSpPr>
          <p:nvPr/>
        </p:nvCxnSpPr>
        <p:spPr>
          <a:xfrm flipV="1">
            <a:off x="4000847" y="4742488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D56D458-785A-F9BA-FD25-F96F0DAD6D45}"/>
              </a:ext>
            </a:extLst>
          </p:cNvPr>
          <p:cNvSpPr txBox="1"/>
          <p:nvPr/>
        </p:nvSpPr>
        <p:spPr>
          <a:xfrm>
            <a:off x="1597061" y="5257675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0.125</a:t>
            </a:r>
            <a:endParaRPr lang="ru-RU" sz="2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1963A4A-A4A2-BDA8-21D8-E7CAF11DAA18}"/>
              </a:ext>
            </a:extLst>
          </p:cNvPr>
          <p:cNvSpPr txBox="1"/>
          <p:nvPr/>
        </p:nvSpPr>
        <p:spPr>
          <a:xfrm>
            <a:off x="3623981" y="5267785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0.375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1529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3" grpId="0"/>
      <p:bldP spid="44" grpId="0"/>
      <p:bldP spid="45" grpId="0"/>
      <p:bldP spid="46" grpId="0"/>
      <p:bldP spid="63" grpId="0"/>
      <p:bldP spid="64" grpId="0"/>
      <p:bldP spid="71" grpId="0"/>
      <p:bldP spid="7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72699-A576-6666-934A-510E3B05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ПОТОКИ</a:t>
            </a: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5BB21F82-5C4E-D4BC-8436-6B92B3A9DA33}"/>
              </a:ext>
            </a:extLst>
          </p:cNvPr>
          <p:cNvGrpSpPr/>
          <p:nvPr/>
        </p:nvGrpSpPr>
        <p:grpSpPr>
          <a:xfrm>
            <a:off x="374016" y="1937084"/>
            <a:ext cx="5569254" cy="688251"/>
            <a:chOff x="486693" y="1883887"/>
            <a:chExt cx="5435669" cy="688251"/>
          </a:xfrm>
        </p:grpSpPr>
        <p:grpSp>
          <p:nvGrpSpPr>
            <p:cNvPr id="48" name="Группа 47">
              <a:extLst>
                <a:ext uri="{FF2B5EF4-FFF2-40B4-BE49-F238E27FC236}">
                  <a16:creationId xmlns:a16="http://schemas.microsoft.com/office/drawing/2014/main" id="{32130CC5-1B16-768A-31B9-F7BB25D7804C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51" name="Прямая соединительная линия 50">
                <a:extLst>
                  <a:ext uri="{FF2B5EF4-FFF2-40B4-BE49-F238E27FC236}">
                    <a16:creationId xmlns:a16="http://schemas.microsoft.com/office/drawing/2014/main" id="{D4607C84-2819-1111-D86D-30276BFEE6E2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Прямая соединительная линия 51">
                <a:extLst>
                  <a:ext uri="{FF2B5EF4-FFF2-40B4-BE49-F238E27FC236}">
                    <a16:creationId xmlns:a16="http://schemas.microsoft.com/office/drawing/2014/main" id="{83036DBC-8B29-3F83-29F5-86EE135123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Прямая соединительная линия 52">
                <a:extLst>
                  <a:ext uri="{FF2B5EF4-FFF2-40B4-BE49-F238E27FC236}">
                    <a16:creationId xmlns:a16="http://schemas.microsoft.com/office/drawing/2014/main" id="{B1F9D7E5-0553-5BB3-3157-9A55FC6490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D1FF133-CB92-1707-42D6-3A88439FB648}"/>
                </a:ext>
              </a:extLst>
            </p:cNvPr>
            <p:cNvSpPr txBox="1"/>
            <p:nvPr/>
          </p:nvSpPr>
          <p:spPr>
            <a:xfrm>
              <a:off x="486693" y="1883887"/>
              <a:ext cx="1508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2300946-6EEE-F15A-4774-033CAC43C4A2}"/>
                </a:ext>
              </a:extLst>
            </p:cNvPr>
            <p:cNvSpPr txBox="1"/>
            <p:nvPr/>
          </p:nvSpPr>
          <p:spPr>
            <a:xfrm>
              <a:off x="5463378" y="1883887"/>
              <a:ext cx="4589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0.5</a:t>
              </a:r>
              <a:endParaRPr lang="ru-RU" sz="2000" dirty="0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4FBF91C0-8E5C-C426-92D4-0337AA88773C}"/>
              </a:ext>
            </a:extLst>
          </p:cNvPr>
          <p:cNvGrpSpPr/>
          <p:nvPr/>
        </p:nvGrpSpPr>
        <p:grpSpPr>
          <a:xfrm>
            <a:off x="6248732" y="1937408"/>
            <a:ext cx="5855714" cy="688251"/>
            <a:chOff x="332650" y="1883887"/>
            <a:chExt cx="5507366" cy="688251"/>
          </a:xfrm>
        </p:grpSpPr>
        <p:grpSp>
          <p:nvGrpSpPr>
            <p:cNvPr id="55" name="Группа 54">
              <a:extLst>
                <a:ext uri="{FF2B5EF4-FFF2-40B4-BE49-F238E27FC236}">
                  <a16:creationId xmlns:a16="http://schemas.microsoft.com/office/drawing/2014/main" id="{257A5AE8-B599-A501-DE94-6721F61B361E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58" name="Прямая соединительная линия 57">
                <a:extLst>
                  <a:ext uri="{FF2B5EF4-FFF2-40B4-BE49-F238E27FC236}">
                    <a16:creationId xmlns:a16="http://schemas.microsoft.com/office/drawing/2014/main" id="{6FB21A23-DE3E-72E4-7A96-09FBFA2E2CAB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Прямая соединительная линия 58">
                <a:extLst>
                  <a:ext uri="{FF2B5EF4-FFF2-40B4-BE49-F238E27FC236}">
                    <a16:creationId xmlns:a16="http://schemas.microsoft.com/office/drawing/2014/main" id="{EB3AF602-BE75-AF88-902A-D91ADED16F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Прямая соединительная линия 59">
                <a:extLst>
                  <a:ext uri="{FF2B5EF4-FFF2-40B4-BE49-F238E27FC236}">
                    <a16:creationId xmlns:a16="http://schemas.microsoft.com/office/drawing/2014/main" id="{0E4D5A9B-C928-C4B7-E7A7-F52E12C913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B16F706-DDFC-EB97-4EDA-77BDF25BDD54}"/>
                </a:ext>
              </a:extLst>
            </p:cNvPr>
            <p:cNvSpPr txBox="1"/>
            <p:nvPr/>
          </p:nvSpPr>
          <p:spPr>
            <a:xfrm>
              <a:off x="332650" y="1883887"/>
              <a:ext cx="4589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0.5</a:t>
              </a:r>
              <a:endParaRPr lang="ru-RU" sz="20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1805033-CDA8-66F3-08D6-6C0B883CADFB}"/>
                </a:ext>
              </a:extLst>
            </p:cNvPr>
            <p:cNvSpPr txBox="1"/>
            <p:nvPr/>
          </p:nvSpPr>
          <p:spPr>
            <a:xfrm>
              <a:off x="5545724" y="1883887"/>
              <a:ext cx="29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6AF1AE8F-54F0-F162-2111-C4F6C59F9407}"/>
              </a:ext>
            </a:extLst>
          </p:cNvPr>
          <p:cNvCxnSpPr>
            <a:cxnSpLocks/>
          </p:cNvCxnSpPr>
          <p:nvPr/>
        </p:nvCxnSpPr>
        <p:spPr>
          <a:xfrm flipV="1">
            <a:off x="8191827" y="2365088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70377F11-AE67-0151-33FE-BD9BD714979F}"/>
              </a:ext>
            </a:extLst>
          </p:cNvPr>
          <p:cNvCxnSpPr>
            <a:cxnSpLocks/>
          </p:cNvCxnSpPr>
          <p:nvPr/>
        </p:nvCxnSpPr>
        <p:spPr>
          <a:xfrm flipV="1">
            <a:off x="10218747" y="2354978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E2D85B0-0B64-D612-9237-07362EFB8E6A}"/>
              </a:ext>
            </a:extLst>
          </p:cNvPr>
          <p:cNvSpPr txBox="1"/>
          <p:nvPr/>
        </p:nvSpPr>
        <p:spPr>
          <a:xfrm>
            <a:off x="7814961" y="2870165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0.625</a:t>
            </a:r>
            <a:endParaRPr lang="ru-RU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121D8F-C1A6-8818-5FBC-A1619C891CC0}"/>
              </a:ext>
            </a:extLst>
          </p:cNvPr>
          <p:cNvSpPr txBox="1"/>
          <p:nvPr/>
        </p:nvSpPr>
        <p:spPr>
          <a:xfrm>
            <a:off x="9841881" y="2880275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0.875</a:t>
            </a:r>
            <a:endParaRPr lang="ru-RU" sz="2000" dirty="0"/>
          </a:p>
        </p:txBody>
      </p:sp>
      <p:cxnSp>
        <p:nvCxnSpPr>
          <p:cNvPr id="69" name="Прямая соединительная линия 68">
            <a:extLst>
              <a:ext uri="{FF2B5EF4-FFF2-40B4-BE49-F238E27FC236}">
                <a16:creationId xmlns:a16="http://schemas.microsoft.com/office/drawing/2014/main" id="{7E4DA056-CBB1-48B2-9B4B-4D52F8231F7F}"/>
              </a:ext>
            </a:extLst>
          </p:cNvPr>
          <p:cNvCxnSpPr>
            <a:cxnSpLocks/>
          </p:cNvCxnSpPr>
          <p:nvPr/>
        </p:nvCxnSpPr>
        <p:spPr>
          <a:xfrm flipV="1">
            <a:off x="1973927" y="2289316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DBEAC317-9B8F-B6CC-9A98-952CA8F77546}"/>
              </a:ext>
            </a:extLst>
          </p:cNvPr>
          <p:cNvCxnSpPr>
            <a:cxnSpLocks/>
          </p:cNvCxnSpPr>
          <p:nvPr/>
        </p:nvCxnSpPr>
        <p:spPr>
          <a:xfrm flipV="1">
            <a:off x="4000847" y="2279206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D56D458-785A-F9BA-FD25-F96F0DAD6D45}"/>
              </a:ext>
            </a:extLst>
          </p:cNvPr>
          <p:cNvSpPr txBox="1"/>
          <p:nvPr/>
        </p:nvSpPr>
        <p:spPr>
          <a:xfrm>
            <a:off x="1597061" y="2794393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0.125</a:t>
            </a:r>
            <a:endParaRPr lang="ru-RU" sz="2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1963A4A-A4A2-BDA8-21D8-E7CAF11DAA18}"/>
              </a:ext>
            </a:extLst>
          </p:cNvPr>
          <p:cNvSpPr txBox="1"/>
          <p:nvPr/>
        </p:nvSpPr>
        <p:spPr>
          <a:xfrm>
            <a:off x="3623981" y="2804503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0.375</a:t>
            </a:r>
            <a:endParaRPr lang="ru-RU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A4A599-1414-5483-DB1F-8D7E79E1137E}"/>
              </a:ext>
            </a:extLst>
          </p:cNvPr>
          <p:cNvSpPr txBox="1"/>
          <p:nvPr/>
        </p:nvSpPr>
        <p:spPr>
          <a:xfrm>
            <a:off x="466103" y="3684991"/>
            <a:ext cx="22573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HB</a:t>
            </a:r>
            <a:r>
              <a:rPr lang="en-US" sz="2000" baseline="-25000" dirty="0"/>
              <a:t>NEW</a:t>
            </a:r>
            <a:r>
              <a:rPr lang="en-US" sz="2000" dirty="0"/>
              <a:t> = HB</a:t>
            </a:r>
            <a:r>
              <a:rPr lang="en-US" sz="2000" baseline="-25000" dirty="0"/>
              <a:t>CUR</a:t>
            </a:r>
            <a:r>
              <a:rPr lang="en-US" sz="2000" dirty="0"/>
              <a:t> * 2</a:t>
            </a:r>
            <a:endParaRPr lang="ru-RU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258DC7-B9DC-5245-AE2D-423CF91990C0}"/>
              </a:ext>
            </a:extLst>
          </p:cNvPr>
          <p:cNvSpPr txBox="1"/>
          <p:nvPr/>
        </p:nvSpPr>
        <p:spPr>
          <a:xfrm>
            <a:off x="528621" y="3389023"/>
            <a:ext cx="2132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LB</a:t>
            </a:r>
            <a:r>
              <a:rPr lang="en-US" sz="2000" baseline="-25000" dirty="0"/>
              <a:t>NEW</a:t>
            </a:r>
            <a:r>
              <a:rPr lang="en-US" sz="2000" dirty="0"/>
              <a:t> = LB</a:t>
            </a:r>
            <a:r>
              <a:rPr lang="en-US" sz="2000" baseline="-25000" dirty="0"/>
              <a:t>CUR</a:t>
            </a:r>
            <a:r>
              <a:rPr lang="en-US" sz="2000" dirty="0"/>
              <a:t> * 2</a:t>
            </a:r>
            <a:endParaRPr lang="ru-RU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DF8818-B73D-6970-C164-53003F7DDAD4}"/>
              </a:ext>
            </a:extLst>
          </p:cNvPr>
          <p:cNvSpPr txBox="1"/>
          <p:nvPr/>
        </p:nvSpPr>
        <p:spPr>
          <a:xfrm>
            <a:off x="2980692" y="4109490"/>
            <a:ext cx="623061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LB</a:t>
            </a:r>
            <a:r>
              <a:rPr lang="en-US" sz="2000" baseline="-25000" dirty="0"/>
              <a:t>NEW</a:t>
            </a:r>
            <a:r>
              <a:rPr lang="en-US" sz="2000" dirty="0"/>
              <a:t> </a:t>
            </a:r>
            <a:r>
              <a:rPr lang="ru-RU" sz="2000" dirty="0"/>
              <a:t>– Новая нижняя граница рабочего интервала</a:t>
            </a:r>
          </a:p>
          <a:p>
            <a:r>
              <a:rPr lang="en-US" sz="2000" dirty="0"/>
              <a:t>HB</a:t>
            </a:r>
            <a:r>
              <a:rPr lang="en-US" sz="2000" baseline="-25000" dirty="0"/>
              <a:t>NEW</a:t>
            </a:r>
            <a:r>
              <a:rPr lang="ru-RU" sz="2000" dirty="0"/>
              <a:t> – Новая верхняя граница рабочего интервала</a:t>
            </a:r>
            <a:endParaRPr lang="en-US" sz="2000" dirty="0"/>
          </a:p>
          <a:p>
            <a:r>
              <a:rPr lang="en-US" sz="2000" dirty="0"/>
              <a:t>LB</a:t>
            </a:r>
            <a:r>
              <a:rPr lang="en-US" sz="2000" baseline="-25000" dirty="0"/>
              <a:t>CUR</a:t>
            </a:r>
            <a:r>
              <a:rPr lang="en-US" sz="2000" dirty="0"/>
              <a:t> </a:t>
            </a:r>
            <a:r>
              <a:rPr lang="ru-RU" sz="2000" dirty="0"/>
              <a:t>– Текущая нижняя граница рабочего интервала</a:t>
            </a:r>
          </a:p>
          <a:p>
            <a:r>
              <a:rPr lang="en-US" sz="2000" dirty="0"/>
              <a:t>HB</a:t>
            </a:r>
            <a:r>
              <a:rPr lang="en-US" sz="2000" baseline="-25000" dirty="0"/>
              <a:t>CUR</a:t>
            </a:r>
            <a:r>
              <a:rPr lang="ru-RU" sz="2000" dirty="0"/>
              <a:t> – Текущая верхняя граница рабочего интервала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E860F2-E847-AA72-C3BD-56A4FA819846}"/>
              </a:ext>
            </a:extLst>
          </p:cNvPr>
          <p:cNvSpPr txBox="1"/>
          <p:nvPr/>
        </p:nvSpPr>
        <p:spPr>
          <a:xfrm>
            <a:off x="8838366" y="3684991"/>
            <a:ext cx="3005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HB</a:t>
            </a:r>
            <a:r>
              <a:rPr lang="en-US" sz="2000" baseline="-25000" dirty="0"/>
              <a:t>NEW</a:t>
            </a:r>
            <a:r>
              <a:rPr lang="en-US" sz="2000" dirty="0"/>
              <a:t> = (HB</a:t>
            </a:r>
            <a:r>
              <a:rPr lang="en-US" sz="2000" baseline="-25000" dirty="0"/>
              <a:t>CUR</a:t>
            </a:r>
            <a:r>
              <a:rPr lang="en-US" sz="2000" dirty="0"/>
              <a:t> – 0.5) * 2</a:t>
            </a:r>
            <a:endParaRPr lang="ru-RU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01F4EE-361C-0BAE-DB5B-8D0344F3198B}"/>
              </a:ext>
            </a:extLst>
          </p:cNvPr>
          <p:cNvSpPr txBox="1"/>
          <p:nvPr/>
        </p:nvSpPr>
        <p:spPr>
          <a:xfrm>
            <a:off x="8900884" y="3389023"/>
            <a:ext cx="28809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LB</a:t>
            </a:r>
            <a:r>
              <a:rPr lang="en-US" sz="2000" baseline="-25000" dirty="0"/>
              <a:t>NEW</a:t>
            </a:r>
            <a:r>
              <a:rPr lang="en-US" sz="2000" dirty="0"/>
              <a:t> = (LB</a:t>
            </a:r>
            <a:r>
              <a:rPr lang="en-US" sz="2000" baseline="-25000" dirty="0"/>
              <a:t>CUR</a:t>
            </a:r>
            <a:r>
              <a:rPr lang="en-US" sz="2000" dirty="0"/>
              <a:t> – 0.5) * 2</a:t>
            </a:r>
            <a:endParaRPr lang="ru-RU" sz="2000" dirty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D70C2E01-C758-6931-9EB1-6A5BF1BE4504}"/>
              </a:ext>
            </a:extLst>
          </p:cNvPr>
          <p:cNvGrpSpPr/>
          <p:nvPr/>
        </p:nvGrpSpPr>
        <p:grpSpPr>
          <a:xfrm>
            <a:off x="374016" y="5411593"/>
            <a:ext cx="5490575" cy="688251"/>
            <a:chOff x="486693" y="1883887"/>
            <a:chExt cx="5358877" cy="688251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7E26C84E-FB85-2D88-1123-461A201706A4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B1D52DD4-1712-F8E5-8F8C-8BE058A78147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F4E06D5C-CC68-2B0A-E510-283B41586A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07FCC3B6-FCD4-095C-7B0C-E8C9EE6750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957B6A-8BC1-D780-C11D-40922F4CE1DA}"/>
                </a:ext>
              </a:extLst>
            </p:cNvPr>
            <p:cNvSpPr txBox="1"/>
            <p:nvPr/>
          </p:nvSpPr>
          <p:spPr>
            <a:xfrm>
              <a:off x="486693" y="1883887"/>
              <a:ext cx="1508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558A0B-D975-61F0-68B6-E1ED1AC7D350}"/>
                </a:ext>
              </a:extLst>
            </p:cNvPr>
            <p:cNvSpPr txBox="1"/>
            <p:nvPr/>
          </p:nvSpPr>
          <p:spPr>
            <a:xfrm>
              <a:off x="5540168" y="1883887"/>
              <a:ext cx="3054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F00C0857-A1DA-8302-A4BF-49755EDED223}"/>
              </a:ext>
            </a:extLst>
          </p:cNvPr>
          <p:cNvCxnSpPr>
            <a:cxnSpLocks/>
          </p:cNvCxnSpPr>
          <p:nvPr/>
        </p:nvCxnSpPr>
        <p:spPr>
          <a:xfrm flipV="1">
            <a:off x="1973927" y="5763825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59A64273-D5A6-327D-D838-7D8B8220788E}"/>
              </a:ext>
            </a:extLst>
          </p:cNvPr>
          <p:cNvCxnSpPr>
            <a:cxnSpLocks/>
          </p:cNvCxnSpPr>
          <p:nvPr/>
        </p:nvCxnSpPr>
        <p:spPr>
          <a:xfrm flipV="1">
            <a:off x="4000847" y="5753715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25A4E3F-59B7-EB60-1CD0-F927751C28CF}"/>
              </a:ext>
            </a:extLst>
          </p:cNvPr>
          <p:cNvSpPr txBox="1"/>
          <p:nvPr/>
        </p:nvSpPr>
        <p:spPr>
          <a:xfrm>
            <a:off x="1661181" y="6268902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0.25</a:t>
            </a:r>
            <a:endParaRPr lang="ru-RU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4E2FB4-A06D-F1F0-E207-E4BC36001101}"/>
              </a:ext>
            </a:extLst>
          </p:cNvPr>
          <p:cNvSpPr txBox="1"/>
          <p:nvPr/>
        </p:nvSpPr>
        <p:spPr>
          <a:xfrm>
            <a:off x="3688101" y="6279012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0.75</a:t>
            </a:r>
            <a:endParaRPr lang="ru-RU" sz="2000" dirty="0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A27F9709-A390-DFA2-9465-597E424F74BB}"/>
              </a:ext>
            </a:extLst>
          </p:cNvPr>
          <p:cNvGrpSpPr/>
          <p:nvPr/>
        </p:nvGrpSpPr>
        <p:grpSpPr>
          <a:xfrm>
            <a:off x="6336286" y="5406475"/>
            <a:ext cx="5768160" cy="688251"/>
            <a:chOff x="414995" y="1883887"/>
            <a:chExt cx="5425021" cy="688251"/>
          </a:xfrm>
        </p:grpSpPr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47B16AE0-379E-98AF-8830-770FBEAFB733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33D84866-FB03-1FCE-11A2-50D00BC80CCE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4E4F7781-8C6E-A506-8741-01E5EBE8D0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Прямая соединительная линия 33">
                <a:extLst>
                  <a:ext uri="{FF2B5EF4-FFF2-40B4-BE49-F238E27FC236}">
                    <a16:creationId xmlns:a16="http://schemas.microsoft.com/office/drawing/2014/main" id="{8A3EA39E-771F-5A64-BAC1-071C66F089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EA1EA22-06F7-0748-CAB4-B784A2FF2386}"/>
                </a:ext>
              </a:extLst>
            </p:cNvPr>
            <p:cNvSpPr txBox="1"/>
            <p:nvPr/>
          </p:nvSpPr>
          <p:spPr>
            <a:xfrm>
              <a:off x="414995" y="1883887"/>
              <a:ext cx="29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0BEF9A-720B-9C92-2C26-02C7B7CD73C3}"/>
                </a:ext>
              </a:extLst>
            </p:cNvPr>
            <p:cNvSpPr txBox="1"/>
            <p:nvPr/>
          </p:nvSpPr>
          <p:spPr>
            <a:xfrm>
              <a:off x="5545724" y="1883887"/>
              <a:ext cx="29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77850BC0-8867-2CF2-4734-35A1D3A2066F}"/>
              </a:ext>
            </a:extLst>
          </p:cNvPr>
          <p:cNvCxnSpPr>
            <a:cxnSpLocks/>
          </p:cNvCxnSpPr>
          <p:nvPr/>
        </p:nvCxnSpPr>
        <p:spPr>
          <a:xfrm flipV="1">
            <a:off x="8191827" y="5834155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AD1F0C10-0441-2528-3C88-5F826E89291C}"/>
              </a:ext>
            </a:extLst>
          </p:cNvPr>
          <p:cNvCxnSpPr>
            <a:cxnSpLocks/>
          </p:cNvCxnSpPr>
          <p:nvPr/>
        </p:nvCxnSpPr>
        <p:spPr>
          <a:xfrm flipV="1">
            <a:off x="10218747" y="5824045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9FA27EC-21C7-A6FF-5CC8-F5468D8F740F}"/>
              </a:ext>
            </a:extLst>
          </p:cNvPr>
          <p:cNvSpPr txBox="1"/>
          <p:nvPr/>
        </p:nvSpPr>
        <p:spPr>
          <a:xfrm>
            <a:off x="7879081" y="6339232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0.25</a:t>
            </a:r>
            <a:endParaRPr lang="ru-RU" sz="2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6C5B36-C71A-B258-8D62-27034F4B6A1C}"/>
              </a:ext>
            </a:extLst>
          </p:cNvPr>
          <p:cNvSpPr txBox="1"/>
          <p:nvPr/>
        </p:nvSpPr>
        <p:spPr>
          <a:xfrm>
            <a:off x="9906001" y="6349342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0.75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0973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25" grpId="0"/>
      <p:bldP spid="26" grpId="0"/>
      <p:bldP spid="66" grpId="0"/>
      <p:bldP spid="6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72699-A576-6666-934A-510E3B05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ПОТОКИ</a:t>
            </a: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5BB21F82-5C4E-D4BC-8436-6B92B3A9DA33}"/>
              </a:ext>
            </a:extLst>
          </p:cNvPr>
          <p:cNvGrpSpPr/>
          <p:nvPr/>
        </p:nvGrpSpPr>
        <p:grpSpPr>
          <a:xfrm>
            <a:off x="374016" y="1937084"/>
            <a:ext cx="5569254" cy="688251"/>
            <a:chOff x="486693" y="1883887"/>
            <a:chExt cx="5435669" cy="688251"/>
          </a:xfrm>
        </p:grpSpPr>
        <p:grpSp>
          <p:nvGrpSpPr>
            <p:cNvPr id="48" name="Группа 47">
              <a:extLst>
                <a:ext uri="{FF2B5EF4-FFF2-40B4-BE49-F238E27FC236}">
                  <a16:creationId xmlns:a16="http://schemas.microsoft.com/office/drawing/2014/main" id="{32130CC5-1B16-768A-31B9-F7BB25D7804C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51" name="Прямая соединительная линия 50">
                <a:extLst>
                  <a:ext uri="{FF2B5EF4-FFF2-40B4-BE49-F238E27FC236}">
                    <a16:creationId xmlns:a16="http://schemas.microsoft.com/office/drawing/2014/main" id="{D4607C84-2819-1111-D86D-30276BFEE6E2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Прямая соединительная линия 51">
                <a:extLst>
                  <a:ext uri="{FF2B5EF4-FFF2-40B4-BE49-F238E27FC236}">
                    <a16:creationId xmlns:a16="http://schemas.microsoft.com/office/drawing/2014/main" id="{83036DBC-8B29-3F83-29F5-86EE135123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Прямая соединительная линия 52">
                <a:extLst>
                  <a:ext uri="{FF2B5EF4-FFF2-40B4-BE49-F238E27FC236}">
                    <a16:creationId xmlns:a16="http://schemas.microsoft.com/office/drawing/2014/main" id="{B1F9D7E5-0553-5BB3-3157-9A55FC6490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D1FF133-CB92-1707-42D6-3A88439FB648}"/>
                </a:ext>
              </a:extLst>
            </p:cNvPr>
            <p:cNvSpPr txBox="1"/>
            <p:nvPr/>
          </p:nvSpPr>
          <p:spPr>
            <a:xfrm>
              <a:off x="486693" y="1883887"/>
              <a:ext cx="1508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2300946-6EEE-F15A-4774-033CAC43C4A2}"/>
                </a:ext>
              </a:extLst>
            </p:cNvPr>
            <p:cNvSpPr txBox="1"/>
            <p:nvPr/>
          </p:nvSpPr>
          <p:spPr>
            <a:xfrm>
              <a:off x="5463378" y="1883887"/>
              <a:ext cx="4589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0.5</a:t>
              </a:r>
              <a:endParaRPr lang="ru-RU" sz="2000" dirty="0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4FBF91C0-8E5C-C426-92D4-0337AA88773C}"/>
              </a:ext>
            </a:extLst>
          </p:cNvPr>
          <p:cNvGrpSpPr/>
          <p:nvPr/>
        </p:nvGrpSpPr>
        <p:grpSpPr>
          <a:xfrm>
            <a:off x="6248732" y="1937408"/>
            <a:ext cx="5855714" cy="688251"/>
            <a:chOff x="332650" y="1883887"/>
            <a:chExt cx="5507366" cy="688251"/>
          </a:xfrm>
        </p:grpSpPr>
        <p:grpSp>
          <p:nvGrpSpPr>
            <p:cNvPr id="55" name="Группа 54">
              <a:extLst>
                <a:ext uri="{FF2B5EF4-FFF2-40B4-BE49-F238E27FC236}">
                  <a16:creationId xmlns:a16="http://schemas.microsoft.com/office/drawing/2014/main" id="{257A5AE8-B599-A501-DE94-6721F61B361E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58" name="Прямая соединительная линия 57">
                <a:extLst>
                  <a:ext uri="{FF2B5EF4-FFF2-40B4-BE49-F238E27FC236}">
                    <a16:creationId xmlns:a16="http://schemas.microsoft.com/office/drawing/2014/main" id="{6FB21A23-DE3E-72E4-7A96-09FBFA2E2CAB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Прямая соединительная линия 58">
                <a:extLst>
                  <a:ext uri="{FF2B5EF4-FFF2-40B4-BE49-F238E27FC236}">
                    <a16:creationId xmlns:a16="http://schemas.microsoft.com/office/drawing/2014/main" id="{EB3AF602-BE75-AF88-902A-D91ADED16F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Прямая соединительная линия 59">
                <a:extLst>
                  <a:ext uri="{FF2B5EF4-FFF2-40B4-BE49-F238E27FC236}">
                    <a16:creationId xmlns:a16="http://schemas.microsoft.com/office/drawing/2014/main" id="{0E4D5A9B-C928-C4B7-E7A7-F52E12C913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B16F706-DDFC-EB97-4EDA-77BDF25BDD54}"/>
                </a:ext>
              </a:extLst>
            </p:cNvPr>
            <p:cNvSpPr txBox="1"/>
            <p:nvPr/>
          </p:nvSpPr>
          <p:spPr>
            <a:xfrm>
              <a:off x="332650" y="1883887"/>
              <a:ext cx="4589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0.5</a:t>
              </a:r>
              <a:endParaRPr lang="ru-RU" sz="20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1805033-CDA8-66F3-08D6-6C0B883CADFB}"/>
                </a:ext>
              </a:extLst>
            </p:cNvPr>
            <p:cNvSpPr txBox="1"/>
            <p:nvPr/>
          </p:nvSpPr>
          <p:spPr>
            <a:xfrm>
              <a:off x="5545724" y="1883887"/>
              <a:ext cx="29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6AF1AE8F-54F0-F162-2111-C4F6C59F9407}"/>
              </a:ext>
            </a:extLst>
          </p:cNvPr>
          <p:cNvCxnSpPr>
            <a:cxnSpLocks/>
          </p:cNvCxnSpPr>
          <p:nvPr/>
        </p:nvCxnSpPr>
        <p:spPr>
          <a:xfrm flipV="1">
            <a:off x="8191827" y="2365088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70377F11-AE67-0151-33FE-BD9BD714979F}"/>
              </a:ext>
            </a:extLst>
          </p:cNvPr>
          <p:cNvCxnSpPr>
            <a:cxnSpLocks/>
          </p:cNvCxnSpPr>
          <p:nvPr/>
        </p:nvCxnSpPr>
        <p:spPr>
          <a:xfrm flipV="1">
            <a:off x="10218747" y="2354978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E2D85B0-0B64-D612-9237-07362EFB8E6A}"/>
              </a:ext>
            </a:extLst>
          </p:cNvPr>
          <p:cNvSpPr txBox="1"/>
          <p:nvPr/>
        </p:nvSpPr>
        <p:spPr>
          <a:xfrm>
            <a:off x="7814961" y="2870165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0.625</a:t>
            </a:r>
            <a:endParaRPr lang="ru-RU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121D8F-C1A6-8818-5FBC-A1619C891CC0}"/>
              </a:ext>
            </a:extLst>
          </p:cNvPr>
          <p:cNvSpPr txBox="1"/>
          <p:nvPr/>
        </p:nvSpPr>
        <p:spPr>
          <a:xfrm>
            <a:off x="9841881" y="2880275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0.875</a:t>
            </a:r>
            <a:endParaRPr lang="ru-RU" sz="2000" dirty="0"/>
          </a:p>
        </p:txBody>
      </p:sp>
      <p:cxnSp>
        <p:nvCxnSpPr>
          <p:cNvPr id="69" name="Прямая соединительная линия 68">
            <a:extLst>
              <a:ext uri="{FF2B5EF4-FFF2-40B4-BE49-F238E27FC236}">
                <a16:creationId xmlns:a16="http://schemas.microsoft.com/office/drawing/2014/main" id="{7E4DA056-CBB1-48B2-9B4B-4D52F8231F7F}"/>
              </a:ext>
            </a:extLst>
          </p:cNvPr>
          <p:cNvCxnSpPr>
            <a:cxnSpLocks/>
          </p:cNvCxnSpPr>
          <p:nvPr/>
        </p:nvCxnSpPr>
        <p:spPr>
          <a:xfrm flipV="1">
            <a:off x="1973927" y="2289316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DBEAC317-9B8F-B6CC-9A98-952CA8F77546}"/>
              </a:ext>
            </a:extLst>
          </p:cNvPr>
          <p:cNvCxnSpPr>
            <a:cxnSpLocks/>
          </p:cNvCxnSpPr>
          <p:nvPr/>
        </p:nvCxnSpPr>
        <p:spPr>
          <a:xfrm flipV="1">
            <a:off x="4000847" y="2279206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D56D458-785A-F9BA-FD25-F96F0DAD6D45}"/>
              </a:ext>
            </a:extLst>
          </p:cNvPr>
          <p:cNvSpPr txBox="1"/>
          <p:nvPr/>
        </p:nvSpPr>
        <p:spPr>
          <a:xfrm>
            <a:off x="1597061" y="2794393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0.125</a:t>
            </a:r>
            <a:endParaRPr lang="ru-RU" sz="2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1963A4A-A4A2-BDA8-21D8-E7CAF11DAA18}"/>
              </a:ext>
            </a:extLst>
          </p:cNvPr>
          <p:cNvSpPr txBox="1"/>
          <p:nvPr/>
        </p:nvSpPr>
        <p:spPr>
          <a:xfrm>
            <a:off x="3623981" y="2804503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0.375</a:t>
            </a:r>
            <a:endParaRPr lang="ru-RU" sz="2000" dirty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D70C2E01-C758-6931-9EB1-6A5BF1BE4504}"/>
              </a:ext>
            </a:extLst>
          </p:cNvPr>
          <p:cNvGrpSpPr/>
          <p:nvPr/>
        </p:nvGrpSpPr>
        <p:grpSpPr>
          <a:xfrm>
            <a:off x="374016" y="3577486"/>
            <a:ext cx="5490575" cy="688251"/>
            <a:chOff x="486693" y="1883887"/>
            <a:chExt cx="5358877" cy="688251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7E26C84E-FB85-2D88-1123-461A201706A4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B1D52DD4-1712-F8E5-8F8C-8BE058A78147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F4E06D5C-CC68-2B0A-E510-283B41586A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07FCC3B6-FCD4-095C-7B0C-E8C9EE6750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957B6A-8BC1-D780-C11D-40922F4CE1DA}"/>
                </a:ext>
              </a:extLst>
            </p:cNvPr>
            <p:cNvSpPr txBox="1"/>
            <p:nvPr/>
          </p:nvSpPr>
          <p:spPr>
            <a:xfrm>
              <a:off x="486693" y="1883887"/>
              <a:ext cx="1508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0558A0B-D975-61F0-68B6-E1ED1AC7D350}"/>
                </a:ext>
              </a:extLst>
            </p:cNvPr>
            <p:cNvSpPr txBox="1"/>
            <p:nvPr/>
          </p:nvSpPr>
          <p:spPr>
            <a:xfrm>
              <a:off x="5540168" y="1883887"/>
              <a:ext cx="3054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F00C0857-A1DA-8302-A4BF-49755EDED223}"/>
              </a:ext>
            </a:extLst>
          </p:cNvPr>
          <p:cNvCxnSpPr>
            <a:cxnSpLocks/>
          </p:cNvCxnSpPr>
          <p:nvPr/>
        </p:nvCxnSpPr>
        <p:spPr>
          <a:xfrm flipV="1">
            <a:off x="1973927" y="3929718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59A64273-D5A6-327D-D838-7D8B8220788E}"/>
              </a:ext>
            </a:extLst>
          </p:cNvPr>
          <p:cNvCxnSpPr>
            <a:cxnSpLocks/>
          </p:cNvCxnSpPr>
          <p:nvPr/>
        </p:nvCxnSpPr>
        <p:spPr>
          <a:xfrm flipV="1">
            <a:off x="4000847" y="3919608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25A4E3F-59B7-EB60-1CD0-F927751C28CF}"/>
              </a:ext>
            </a:extLst>
          </p:cNvPr>
          <p:cNvSpPr txBox="1"/>
          <p:nvPr/>
        </p:nvSpPr>
        <p:spPr>
          <a:xfrm>
            <a:off x="1661181" y="4434795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0.25</a:t>
            </a:r>
            <a:endParaRPr lang="ru-RU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4E2FB4-A06D-F1F0-E207-E4BC36001101}"/>
              </a:ext>
            </a:extLst>
          </p:cNvPr>
          <p:cNvSpPr txBox="1"/>
          <p:nvPr/>
        </p:nvSpPr>
        <p:spPr>
          <a:xfrm>
            <a:off x="3688101" y="4444905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0.75</a:t>
            </a:r>
            <a:endParaRPr lang="ru-RU" sz="2000" dirty="0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A27F9709-A390-DFA2-9465-597E424F74BB}"/>
              </a:ext>
            </a:extLst>
          </p:cNvPr>
          <p:cNvGrpSpPr/>
          <p:nvPr/>
        </p:nvGrpSpPr>
        <p:grpSpPr>
          <a:xfrm>
            <a:off x="6336286" y="3572368"/>
            <a:ext cx="5768160" cy="688251"/>
            <a:chOff x="414995" y="1883887"/>
            <a:chExt cx="5425021" cy="688251"/>
          </a:xfrm>
        </p:grpSpPr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47B16AE0-379E-98AF-8830-770FBEAFB733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33D84866-FB03-1FCE-11A2-50D00BC80CCE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4E4F7781-8C6E-A506-8741-01E5EBE8D0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Прямая соединительная линия 33">
                <a:extLst>
                  <a:ext uri="{FF2B5EF4-FFF2-40B4-BE49-F238E27FC236}">
                    <a16:creationId xmlns:a16="http://schemas.microsoft.com/office/drawing/2014/main" id="{8A3EA39E-771F-5A64-BAC1-071C66F089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EA1EA22-06F7-0748-CAB4-B784A2FF2386}"/>
                </a:ext>
              </a:extLst>
            </p:cNvPr>
            <p:cNvSpPr txBox="1"/>
            <p:nvPr/>
          </p:nvSpPr>
          <p:spPr>
            <a:xfrm>
              <a:off x="414995" y="1883887"/>
              <a:ext cx="29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0BEF9A-720B-9C92-2C26-02C7B7CD73C3}"/>
                </a:ext>
              </a:extLst>
            </p:cNvPr>
            <p:cNvSpPr txBox="1"/>
            <p:nvPr/>
          </p:nvSpPr>
          <p:spPr>
            <a:xfrm>
              <a:off x="5545724" y="1883887"/>
              <a:ext cx="2942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77850BC0-8867-2CF2-4734-35A1D3A2066F}"/>
              </a:ext>
            </a:extLst>
          </p:cNvPr>
          <p:cNvCxnSpPr>
            <a:cxnSpLocks/>
          </p:cNvCxnSpPr>
          <p:nvPr/>
        </p:nvCxnSpPr>
        <p:spPr>
          <a:xfrm flipV="1">
            <a:off x="8191827" y="4000048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AD1F0C10-0441-2528-3C88-5F826E89291C}"/>
              </a:ext>
            </a:extLst>
          </p:cNvPr>
          <p:cNvCxnSpPr>
            <a:cxnSpLocks/>
          </p:cNvCxnSpPr>
          <p:nvPr/>
        </p:nvCxnSpPr>
        <p:spPr>
          <a:xfrm flipV="1">
            <a:off x="10218747" y="3989938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9FA27EC-21C7-A6FF-5CC8-F5468D8F740F}"/>
              </a:ext>
            </a:extLst>
          </p:cNvPr>
          <p:cNvSpPr txBox="1"/>
          <p:nvPr/>
        </p:nvSpPr>
        <p:spPr>
          <a:xfrm>
            <a:off x="7879081" y="4505125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0.25</a:t>
            </a:r>
            <a:endParaRPr lang="ru-RU" sz="2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6C5B36-C71A-B258-8D62-27034F4B6A1C}"/>
              </a:ext>
            </a:extLst>
          </p:cNvPr>
          <p:cNvSpPr txBox="1"/>
          <p:nvPr/>
        </p:nvSpPr>
        <p:spPr>
          <a:xfrm>
            <a:off x="9906001" y="4515235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0.75</a:t>
            </a:r>
            <a:endParaRPr lang="ru-RU" sz="2000" dirty="0"/>
          </a:p>
        </p:txBody>
      </p:sp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5DD7F7B7-0F67-9D54-144B-9D0BF1C6FEF4}"/>
              </a:ext>
            </a:extLst>
          </p:cNvPr>
          <p:cNvSpPr/>
          <p:nvPr/>
        </p:nvSpPr>
        <p:spPr>
          <a:xfrm>
            <a:off x="2821617" y="3078740"/>
            <a:ext cx="251926" cy="5806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трелка: вниз 3">
            <a:extLst>
              <a:ext uri="{FF2B5EF4-FFF2-40B4-BE49-F238E27FC236}">
                <a16:creationId xmlns:a16="http://schemas.microsoft.com/office/drawing/2014/main" id="{18694A73-9384-E745-E7E1-9FAFFB28F74D}"/>
              </a:ext>
            </a:extLst>
          </p:cNvPr>
          <p:cNvSpPr/>
          <p:nvPr/>
        </p:nvSpPr>
        <p:spPr>
          <a:xfrm>
            <a:off x="9091445" y="3004558"/>
            <a:ext cx="251926" cy="5806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8FA79-1F2D-AC04-9617-3013B69CBBB1}"/>
              </a:ext>
            </a:extLst>
          </p:cNvPr>
          <p:cNvSpPr txBox="1"/>
          <p:nvPr/>
        </p:nvSpPr>
        <p:spPr>
          <a:xfrm>
            <a:off x="374016" y="5149790"/>
            <a:ext cx="1970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0.125</a:t>
            </a:r>
            <a:r>
              <a:rPr lang="en-US" sz="2000" baseline="-25000" dirty="0"/>
              <a:t>10</a:t>
            </a:r>
            <a:r>
              <a:rPr lang="en-US" sz="2000" dirty="0"/>
              <a:t> = 0.001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4FF16D-486A-E073-0254-579D27962CB7}"/>
              </a:ext>
            </a:extLst>
          </p:cNvPr>
          <p:cNvSpPr txBox="1"/>
          <p:nvPr/>
        </p:nvSpPr>
        <p:spPr>
          <a:xfrm>
            <a:off x="335588" y="5491359"/>
            <a:ext cx="2008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0.375</a:t>
            </a:r>
            <a:r>
              <a:rPr lang="en-US" sz="2000" baseline="-25000" dirty="0"/>
              <a:t>10</a:t>
            </a:r>
            <a:r>
              <a:rPr lang="en-US" sz="2000" dirty="0"/>
              <a:t> = 0.011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834B3-1C2C-DDCC-D7DF-5691E5C51333}"/>
              </a:ext>
            </a:extLst>
          </p:cNvPr>
          <p:cNvSpPr txBox="1"/>
          <p:nvPr/>
        </p:nvSpPr>
        <p:spPr>
          <a:xfrm>
            <a:off x="7710036" y="5149790"/>
            <a:ext cx="1970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0.625</a:t>
            </a:r>
            <a:r>
              <a:rPr lang="en-US" sz="2000" baseline="-25000" dirty="0"/>
              <a:t>10</a:t>
            </a:r>
            <a:r>
              <a:rPr lang="en-US" sz="2000" dirty="0"/>
              <a:t> = 0.101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720F1-63EA-EFEA-0E82-6DB050EFD8E1}"/>
              </a:ext>
            </a:extLst>
          </p:cNvPr>
          <p:cNvSpPr txBox="1"/>
          <p:nvPr/>
        </p:nvSpPr>
        <p:spPr>
          <a:xfrm>
            <a:off x="7671608" y="5491359"/>
            <a:ext cx="2008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0.9375</a:t>
            </a:r>
            <a:r>
              <a:rPr lang="en-US" sz="2000" baseline="-25000" dirty="0"/>
              <a:t>10</a:t>
            </a:r>
            <a:r>
              <a:rPr lang="en-US" sz="2000" dirty="0"/>
              <a:t> = 0.111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0CB2F-2D48-F198-D3A4-B2DE965E2481}"/>
              </a:ext>
            </a:extLst>
          </p:cNvPr>
          <p:cNvSpPr txBox="1"/>
          <p:nvPr/>
        </p:nvSpPr>
        <p:spPr>
          <a:xfrm>
            <a:off x="3037239" y="5149790"/>
            <a:ext cx="1970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0.25</a:t>
            </a:r>
            <a:r>
              <a:rPr lang="en-US" sz="2000" baseline="-25000" dirty="0"/>
              <a:t>10</a:t>
            </a:r>
            <a:r>
              <a:rPr lang="en-US" sz="2000" dirty="0"/>
              <a:t> = 0.010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7C4264-AC77-0E05-BF0F-3846C031C23F}"/>
              </a:ext>
            </a:extLst>
          </p:cNvPr>
          <p:cNvSpPr txBox="1"/>
          <p:nvPr/>
        </p:nvSpPr>
        <p:spPr>
          <a:xfrm>
            <a:off x="2998811" y="5491359"/>
            <a:ext cx="2008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0.75</a:t>
            </a:r>
            <a:r>
              <a:rPr lang="en-US" sz="2000" baseline="-25000" dirty="0"/>
              <a:t>10</a:t>
            </a:r>
            <a:r>
              <a:rPr lang="en-US" sz="2000" dirty="0"/>
              <a:t> = 0.110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27" name="Стрелка: вниз 26">
            <a:extLst>
              <a:ext uri="{FF2B5EF4-FFF2-40B4-BE49-F238E27FC236}">
                <a16:creationId xmlns:a16="http://schemas.microsoft.com/office/drawing/2014/main" id="{FF80B5F2-4724-DA94-9456-56B647315FBF}"/>
              </a:ext>
            </a:extLst>
          </p:cNvPr>
          <p:cNvSpPr/>
          <p:nvPr/>
        </p:nvSpPr>
        <p:spPr>
          <a:xfrm rot="16200000">
            <a:off x="2508585" y="5221712"/>
            <a:ext cx="251926" cy="5806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167CD0-2C3D-17B5-4320-1A99A522E69C}"/>
              </a:ext>
            </a:extLst>
          </p:cNvPr>
          <p:cNvSpPr txBox="1"/>
          <p:nvPr/>
        </p:nvSpPr>
        <p:spPr>
          <a:xfrm>
            <a:off x="10257175" y="5147739"/>
            <a:ext cx="1970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0.25</a:t>
            </a:r>
            <a:r>
              <a:rPr lang="en-US" sz="2000" baseline="-25000" dirty="0"/>
              <a:t>10</a:t>
            </a:r>
            <a:r>
              <a:rPr lang="en-US" sz="2000" dirty="0"/>
              <a:t> = 0.010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7F2144-7B3C-AC7C-A8A2-6EE7DD519609}"/>
              </a:ext>
            </a:extLst>
          </p:cNvPr>
          <p:cNvSpPr txBox="1"/>
          <p:nvPr/>
        </p:nvSpPr>
        <p:spPr>
          <a:xfrm>
            <a:off x="10218747" y="5489308"/>
            <a:ext cx="2008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0.75</a:t>
            </a:r>
            <a:r>
              <a:rPr lang="en-US" sz="2000" baseline="-25000" dirty="0"/>
              <a:t>10</a:t>
            </a:r>
            <a:r>
              <a:rPr lang="en-US" sz="2000" dirty="0"/>
              <a:t> = 0.110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38" name="Стрелка: вниз 37">
            <a:extLst>
              <a:ext uri="{FF2B5EF4-FFF2-40B4-BE49-F238E27FC236}">
                <a16:creationId xmlns:a16="http://schemas.microsoft.com/office/drawing/2014/main" id="{E9D6B051-ECBF-6F19-5B3C-421B9D69E9FA}"/>
              </a:ext>
            </a:extLst>
          </p:cNvPr>
          <p:cNvSpPr/>
          <p:nvPr/>
        </p:nvSpPr>
        <p:spPr>
          <a:xfrm rot="16200000">
            <a:off x="9802473" y="5257538"/>
            <a:ext cx="251926" cy="5806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21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66" grpId="0"/>
      <p:bldP spid="67" grpId="0"/>
      <p:bldP spid="5" grpId="0"/>
      <p:bldP spid="6" grpId="0"/>
      <p:bldP spid="7" grpId="0"/>
      <p:bldP spid="8" grpId="0"/>
      <p:bldP spid="9" grpId="0"/>
      <p:bldP spid="10" grpId="0"/>
      <p:bldP spid="36" grpId="0"/>
      <p:bldP spid="3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72699-A576-6666-934A-510E3B05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БИТОВЫЕ ПОТОКИ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18036A4-7B24-4849-797D-E776FAB54471}"/>
              </a:ext>
            </a:extLst>
          </p:cNvPr>
          <p:cNvGrpSpPr/>
          <p:nvPr/>
        </p:nvGrpSpPr>
        <p:grpSpPr>
          <a:xfrm>
            <a:off x="609625" y="2145144"/>
            <a:ext cx="10952183" cy="688251"/>
            <a:chOff x="486693" y="1883887"/>
            <a:chExt cx="5281624" cy="68825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95880E96-E574-C07A-BBC0-7CC99603FA17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3AE596B3-0CF4-8981-DF73-27AEBA03BF49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DBB4426B-19E4-F74C-9FC2-5FCA698A37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9DB317F8-1E8F-3A6B-827B-E39CD080CD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68EEFCF-8210-935F-028C-C18FCE67EE07}"/>
                </a:ext>
              </a:extLst>
            </p:cNvPr>
            <p:cNvSpPr txBox="1"/>
            <p:nvPr/>
          </p:nvSpPr>
          <p:spPr>
            <a:xfrm>
              <a:off x="486693" y="1883887"/>
              <a:ext cx="1508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84BEC0-D18C-B482-0486-98161A74C420}"/>
                </a:ext>
              </a:extLst>
            </p:cNvPr>
            <p:cNvSpPr txBox="1"/>
            <p:nvPr/>
          </p:nvSpPr>
          <p:spPr>
            <a:xfrm>
              <a:off x="5617420" y="1883887"/>
              <a:ext cx="1508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E92D610A-A01B-830B-E3D3-4C49A785B354}"/>
              </a:ext>
            </a:extLst>
          </p:cNvPr>
          <p:cNvCxnSpPr>
            <a:cxnSpLocks/>
          </p:cNvCxnSpPr>
          <p:nvPr/>
        </p:nvCxnSpPr>
        <p:spPr>
          <a:xfrm flipV="1">
            <a:off x="4377039" y="2535144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33B8DB5-CC88-D95D-426D-4F5AF95CD8DE}"/>
              </a:ext>
            </a:extLst>
          </p:cNvPr>
          <p:cNvSpPr txBox="1"/>
          <p:nvPr/>
        </p:nvSpPr>
        <p:spPr>
          <a:xfrm>
            <a:off x="4000173" y="3060441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0.375</a:t>
            </a:r>
            <a:endParaRPr lang="ru-RU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2A96DB-3F61-7DBB-EECD-04F52CD26364}"/>
              </a:ext>
            </a:extLst>
          </p:cNvPr>
          <p:cNvSpPr txBox="1"/>
          <p:nvPr/>
        </p:nvSpPr>
        <p:spPr>
          <a:xfrm>
            <a:off x="374014" y="3745296"/>
            <a:ext cx="2008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0.4375</a:t>
            </a:r>
            <a:r>
              <a:rPr lang="en-US" sz="2000" baseline="-25000" dirty="0"/>
              <a:t>10</a:t>
            </a:r>
            <a:r>
              <a:rPr lang="en-US" sz="2000" dirty="0"/>
              <a:t> = 0.011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4FF87EA5-F258-C016-B3D9-4CD7FF0FFF06}"/>
              </a:ext>
            </a:extLst>
          </p:cNvPr>
          <p:cNvCxnSpPr>
            <a:cxnSpLocks/>
          </p:cNvCxnSpPr>
          <p:nvPr/>
        </p:nvCxnSpPr>
        <p:spPr>
          <a:xfrm flipV="1">
            <a:off x="7831548" y="2545254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480DD8C-14BE-D6EE-1B64-6C10248AA70D}"/>
              </a:ext>
            </a:extLst>
          </p:cNvPr>
          <p:cNvSpPr txBox="1"/>
          <p:nvPr/>
        </p:nvSpPr>
        <p:spPr>
          <a:xfrm>
            <a:off x="7454682" y="3050331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0.625</a:t>
            </a:r>
            <a:endParaRPr lang="ru-RU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0834BB-EF49-6B76-C4F0-CAB6B3E5624B}"/>
              </a:ext>
            </a:extLst>
          </p:cNvPr>
          <p:cNvSpPr txBox="1"/>
          <p:nvPr/>
        </p:nvSpPr>
        <p:spPr>
          <a:xfrm>
            <a:off x="9278682" y="3654647"/>
            <a:ext cx="1970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0.625</a:t>
            </a:r>
            <a:r>
              <a:rPr lang="en-US" sz="2000" baseline="-25000" dirty="0"/>
              <a:t>10</a:t>
            </a:r>
            <a:r>
              <a:rPr lang="en-US" sz="2000" dirty="0"/>
              <a:t> = 0.101</a:t>
            </a:r>
            <a:r>
              <a:rPr lang="en-US" sz="2000" baseline="-25000" dirty="0"/>
              <a:t>2</a:t>
            </a:r>
            <a:endParaRPr lang="ru-RU" sz="2000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D64BCC-54EC-420F-5DAF-897A79CAAC16}"/>
              </a:ext>
            </a:extLst>
          </p:cNvPr>
          <p:cNvSpPr txBox="1"/>
          <p:nvPr/>
        </p:nvSpPr>
        <p:spPr>
          <a:xfrm>
            <a:off x="4818026" y="4617079"/>
            <a:ext cx="31341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HB</a:t>
            </a:r>
            <a:r>
              <a:rPr lang="en-US" sz="2000" baseline="-25000" dirty="0"/>
              <a:t>NEW</a:t>
            </a:r>
            <a:r>
              <a:rPr lang="en-US" sz="2000" dirty="0"/>
              <a:t> = (HB</a:t>
            </a:r>
            <a:r>
              <a:rPr lang="en-US" sz="2000" baseline="-25000" dirty="0"/>
              <a:t>CUR</a:t>
            </a:r>
            <a:r>
              <a:rPr lang="en-US" sz="2000" dirty="0"/>
              <a:t> – 0.25) * 2</a:t>
            </a:r>
            <a:endParaRPr lang="ru-RU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3C89FA-4D52-95E2-64A1-01639B90764B}"/>
              </a:ext>
            </a:extLst>
          </p:cNvPr>
          <p:cNvSpPr txBox="1"/>
          <p:nvPr/>
        </p:nvSpPr>
        <p:spPr>
          <a:xfrm>
            <a:off x="4818026" y="4321111"/>
            <a:ext cx="3009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LB</a:t>
            </a:r>
            <a:r>
              <a:rPr lang="en-US" sz="2000" baseline="-25000" dirty="0"/>
              <a:t>NEW</a:t>
            </a:r>
            <a:r>
              <a:rPr lang="en-US" sz="2000" dirty="0"/>
              <a:t> = (LB</a:t>
            </a:r>
            <a:r>
              <a:rPr lang="en-US" sz="2000" baseline="-25000" dirty="0"/>
              <a:t>CUR</a:t>
            </a:r>
            <a:r>
              <a:rPr lang="en-US" sz="2000" dirty="0"/>
              <a:t> – 0.25) * 2</a:t>
            </a:r>
            <a:endParaRPr lang="ru-RU" sz="2000" dirty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A810E761-058D-69B8-5E27-9C6C6CA8D5D4}"/>
              </a:ext>
            </a:extLst>
          </p:cNvPr>
          <p:cNvGrpSpPr/>
          <p:nvPr/>
        </p:nvGrpSpPr>
        <p:grpSpPr>
          <a:xfrm>
            <a:off x="581192" y="4965879"/>
            <a:ext cx="10952183" cy="688251"/>
            <a:chOff x="486693" y="1883887"/>
            <a:chExt cx="5281624" cy="688251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9B95F51B-9002-6B5B-3B52-5A4EDE87786C}"/>
                </a:ext>
              </a:extLst>
            </p:cNvPr>
            <p:cNvGrpSpPr/>
            <p:nvPr/>
          </p:nvGrpSpPr>
          <p:grpSpPr>
            <a:xfrm>
              <a:off x="562142" y="2289110"/>
              <a:ext cx="5140646" cy="283028"/>
              <a:chOff x="562142" y="2289110"/>
              <a:chExt cx="5140646" cy="283028"/>
            </a:xfrm>
          </p:grpSpPr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D100BD91-8191-330B-F6F1-FDB76B7821F5}"/>
                  </a:ext>
                </a:extLst>
              </p:cNvPr>
              <p:cNvCxnSpPr/>
              <p:nvPr/>
            </p:nvCxnSpPr>
            <p:spPr>
              <a:xfrm>
                <a:off x="581192" y="2430624"/>
                <a:ext cx="5103845" cy="0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7E3A5111-8F13-2A80-5349-35EA461EB1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2142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04042718-3D39-1560-C186-70BA079138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2788" y="2289110"/>
                <a:ext cx="0" cy="28302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F673B8D-8227-65B7-9B09-DBEE24689162}"/>
                </a:ext>
              </a:extLst>
            </p:cNvPr>
            <p:cNvSpPr txBox="1"/>
            <p:nvPr/>
          </p:nvSpPr>
          <p:spPr>
            <a:xfrm>
              <a:off x="486693" y="1883887"/>
              <a:ext cx="1508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0</a:t>
              </a:r>
              <a:endParaRPr lang="ru-RU" sz="2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2DCF6E2-D1BE-403B-4594-AFD38A22293F}"/>
                </a:ext>
              </a:extLst>
            </p:cNvPr>
            <p:cNvSpPr txBox="1"/>
            <p:nvPr/>
          </p:nvSpPr>
          <p:spPr>
            <a:xfrm>
              <a:off x="5617420" y="1883887"/>
              <a:ext cx="1508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1</a:t>
              </a:r>
              <a:endParaRPr lang="ru-RU" sz="2000" dirty="0"/>
            </a:p>
          </p:txBody>
        </p:sp>
      </p:grp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66F2BCE1-D933-AFBF-ABD0-5392ADD81106}"/>
              </a:ext>
            </a:extLst>
          </p:cNvPr>
          <p:cNvCxnSpPr>
            <a:cxnSpLocks/>
          </p:cNvCxnSpPr>
          <p:nvPr/>
        </p:nvCxnSpPr>
        <p:spPr>
          <a:xfrm flipV="1">
            <a:off x="4348606" y="5355879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CA710C8-F954-9E07-7821-D389F00018B1}"/>
              </a:ext>
            </a:extLst>
          </p:cNvPr>
          <p:cNvSpPr txBox="1"/>
          <p:nvPr/>
        </p:nvSpPr>
        <p:spPr>
          <a:xfrm>
            <a:off x="4035859" y="5881176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0.25</a:t>
            </a:r>
            <a:endParaRPr lang="ru-RU" sz="2000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C5AECA6B-7E52-0E44-9FFC-9D9DE387172A}"/>
              </a:ext>
            </a:extLst>
          </p:cNvPr>
          <p:cNvCxnSpPr>
            <a:cxnSpLocks/>
          </p:cNvCxnSpPr>
          <p:nvPr/>
        </p:nvCxnSpPr>
        <p:spPr>
          <a:xfrm flipV="1">
            <a:off x="7803115" y="5365989"/>
            <a:ext cx="0" cy="5151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0AB01F3-3FC9-C48B-2141-866EA699946B}"/>
              </a:ext>
            </a:extLst>
          </p:cNvPr>
          <p:cNvSpPr txBox="1"/>
          <p:nvPr/>
        </p:nvSpPr>
        <p:spPr>
          <a:xfrm>
            <a:off x="7490369" y="5871066"/>
            <a:ext cx="625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0.75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7834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4" grpId="0"/>
      <p:bldP spid="26" grpId="0"/>
    </p:bldLst>
  </p:timing>
</p:sld>
</file>

<file path=ppt/theme/theme1.xml><?xml version="1.0" encoding="utf-8"?>
<a:theme xmlns:a="http://schemas.openxmlformats.org/drawingml/2006/main" name="Дивиденд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8691F8B07393A4B91CF409C6DCE171C" ma:contentTypeVersion="0" ma:contentTypeDescription="Создание документа." ma:contentTypeScope="" ma:versionID="f138b4c6d744ba1fa9a8aedb54dfd64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6b589ae3f67a6f4566118ef2a3adee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BC12AA-1C15-4500-BC9C-8EE83A441DE9}">
  <ds:schemaRefs>
    <ds:schemaRef ds:uri="3f20ca70-4f9d-4f14-acf3-4cb408a5420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46658DF-D128-4EF1-866B-2CBC8571DFED}"/>
</file>

<file path=docProps/app.xml><?xml version="1.0" encoding="utf-8"?>
<Properties xmlns="http://schemas.openxmlformats.org/officeDocument/2006/extended-properties" xmlns:vt="http://schemas.openxmlformats.org/officeDocument/2006/docPropsVTypes">
  <Template>Шаблон «Дивиденд» для ИТ-бизнеса</Template>
  <TotalTime>245</TotalTime>
  <Words>2297</Words>
  <Application>Microsoft Office PowerPoint</Application>
  <PresentationFormat>Широкоэкранный</PresentationFormat>
  <Paragraphs>1655</Paragraphs>
  <Slides>37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Calibri</vt:lpstr>
      <vt:lpstr>Corbel</vt:lpstr>
      <vt:lpstr>Gill Sans MT</vt:lpstr>
      <vt:lpstr>Wingdings 2</vt:lpstr>
      <vt:lpstr>Дивиденд</vt:lpstr>
      <vt:lpstr>Арифметическое кодирование</vt:lpstr>
      <vt:lpstr>Немного теории</vt:lpstr>
      <vt:lpstr>А как это работает? </vt:lpstr>
      <vt:lpstr>It’s encoding time!</vt:lpstr>
      <vt:lpstr>It’s encoding time!</vt:lpstr>
      <vt:lpstr>It’s encoding time!</vt:lpstr>
      <vt:lpstr>Лирическое отступление</vt:lpstr>
      <vt:lpstr>Лирическое отступление</vt:lpstr>
      <vt:lpstr>IT’s encoding time part 2</vt:lpstr>
      <vt:lpstr>IT’s encoding time part 2</vt:lpstr>
      <vt:lpstr>AND IN THE END…</vt:lpstr>
      <vt:lpstr>Немного теории</vt:lpstr>
      <vt:lpstr>Уже нам знакомые трюки</vt:lpstr>
      <vt:lpstr>Это здорово! А как декодировать?</vt:lpstr>
      <vt:lpstr>IT’s DECODING TIME!</vt:lpstr>
      <vt:lpstr>IT’s DECODING TIME!</vt:lpstr>
      <vt:lpstr>IT’s DECODING TIME!</vt:lpstr>
      <vt:lpstr>IT’s DECODING TIME!</vt:lpstr>
      <vt:lpstr>IT’s DECODING TIME!</vt:lpstr>
      <vt:lpstr>IT’s DECODING TIME!</vt:lpstr>
      <vt:lpstr>IT’s DECODING TIME!</vt:lpstr>
      <vt:lpstr>IT’s DECODING TIME!</vt:lpstr>
      <vt:lpstr>Кодирования всей информации мира в 8 байт не будет?</vt:lpstr>
      <vt:lpstr>Вспоминаем IEEE-754</vt:lpstr>
      <vt:lpstr>И как с этим справляться? </vt:lpstr>
      <vt:lpstr>Уже нам знакомые трюки</vt:lpstr>
      <vt:lpstr>Диапазонное кодирование</vt:lpstr>
      <vt:lpstr>Диапазонное кодирование</vt:lpstr>
      <vt:lpstr>И как с этим справляться? </vt:lpstr>
      <vt:lpstr>AND IN THE END…</vt:lpstr>
      <vt:lpstr>БИТОВЫЕ ПОТОКИ</vt:lpstr>
      <vt:lpstr>It’s encoding time!</vt:lpstr>
      <vt:lpstr>БИТОВЫЕ ПОТОКИ</vt:lpstr>
      <vt:lpstr>БИТОВЫЕ ПОТОКИ</vt:lpstr>
      <vt:lpstr>БИТОВЫЕ ПОТОКИ</vt:lpstr>
      <vt:lpstr>БИТОВЫЕ ПОТОКИ</vt:lpstr>
      <vt:lpstr>БИТОВЫЕ ПОТОКИ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Арифметическое кодирование</dc:title>
  <dc:creator>Fire Ilya</dc:creator>
  <cp:lastModifiedBy>Спиричева Наталия Рахматулловна</cp:lastModifiedBy>
  <cp:revision>80</cp:revision>
  <dcterms:created xsi:type="dcterms:W3CDTF">2025-09-23T03:05:48Z</dcterms:created>
  <dcterms:modified xsi:type="dcterms:W3CDTF">2026-02-26T06:54:56Z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0x010100E8691F8B07393A4B91CF409C6DCE171C</vt:lpwstr>
  </property>
</Properties>
</file>